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9" r:id="rId5"/>
    <p:sldId id="459" r:id="rId6"/>
    <p:sldId id="487" r:id="rId7"/>
    <p:sldId id="488" r:id="rId8"/>
    <p:sldId id="489" r:id="rId9"/>
    <p:sldId id="490" r:id="rId10"/>
    <p:sldId id="491" r:id="rId11"/>
    <p:sldId id="492" r:id="rId12"/>
    <p:sldId id="493" r:id="rId13"/>
    <p:sldId id="495" r:id="rId14"/>
    <p:sldId id="494" r:id="rId15"/>
    <p:sldId id="501" r:id="rId16"/>
    <p:sldId id="496" r:id="rId17"/>
    <p:sldId id="497" r:id="rId18"/>
    <p:sldId id="498" r:id="rId19"/>
    <p:sldId id="499" r:id="rId20"/>
    <p:sldId id="500" r:id="rId21"/>
    <p:sldId id="351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62A7457-63A4-4FA5-A5FE-EF022AC61CB8}">
          <p14:sldIdLst>
            <p14:sldId id="259"/>
            <p14:sldId id="459"/>
          </p14:sldIdLst>
        </p14:section>
        <p14:section name="Introduction" id="{05B3D7C6-CCCF-434D-81C4-479EB2687557}">
          <p14:sldIdLst>
            <p14:sldId id="487"/>
            <p14:sldId id="488"/>
            <p14:sldId id="489"/>
          </p14:sldIdLst>
        </p14:section>
        <p14:section name="Methodology" id="{05A4AFF5-CF4A-4A51-A04D-068493478CD9}">
          <p14:sldIdLst>
            <p14:sldId id="490"/>
            <p14:sldId id="491"/>
            <p14:sldId id="492"/>
          </p14:sldIdLst>
        </p14:section>
        <p14:section name="AI Application" id="{E090A2F8-1D36-410E-B1A5-636875E1E38F}">
          <p14:sldIdLst>
            <p14:sldId id="493"/>
            <p14:sldId id="495"/>
            <p14:sldId id="494"/>
            <p14:sldId id="501"/>
          </p14:sldIdLst>
        </p14:section>
        <p14:section name="Result" id="{1CC235C1-FE21-4A97-81A0-E9B800C7C9A1}">
          <p14:sldIdLst>
            <p14:sldId id="496"/>
            <p14:sldId id="497"/>
          </p14:sldIdLst>
        </p14:section>
        <p14:section name="Discussion" id="{4E7B9B58-CB9D-4770-B5D7-61576BA6CC15}">
          <p14:sldIdLst>
            <p14:sldId id="498"/>
            <p14:sldId id="499"/>
          </p14:sldIdLst>
        </p14:section>
        <p14:section name="Conclusion" id="{C8830391-8B7E-4CBB-8CB5-5066C18F9A82}">
          <p14:sldIdLst>
            <p14:sldId id="500"/>
            <p14:sldId id="3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1C62"/>
    <a:srgbClr val="D71440"/>
    <a:srgbClr val="C6C6C6"/>
    <a:srgbClr val="044B9B"/>
    <a:srgbClr val="0250A1"/>
    <a:srgbClr val="FFFFFF"/>
    <a:srgbClr val="F79646"/>
    <a:srgbClr val="0372C2"/>
    <a:srgbClr val="FFFF99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97" autoAdjust="0"/>
    <p:restoredTop sz="88060" autoAdjust="0"/>
  </p:normalViewPr>
  <p:slideViewPr>
    <p:cSldViewPr snapToGrid="0" snapToObjects="1">
      <p:cViewPr varScale="1">
        <p:scale>
          <a:sx n="141" d="100"/>
          <a:sy n="141" d="100"/>
        </p:scale>
        <p:origin x="994" y="9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10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C5B3-379E-EF40-A0D2-38E640436CC2}" type="datetimeFigureOut">
              <a:rPr lang="en-US" smtClean="0">
                <a:latin typeface="Arial"/>
              </a:rPr>
              <a:t>10/14/2026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29101-7F9C-2D47-B95D-7561785BF174}" type="slidenum">
              <a:rPr lang="en-US" smtClean="0">
                <a:latin typeface="Arial"/>
              </a:r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17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C20F65-AD8A-450C-9CF3-746F4B0F2E7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AA2D71-53A4-4733-9771-F771EA618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47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AA2D71-53A4-4733-9771-F771EA6183E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815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A2D71-53A4-4733-9771-F771EA6183E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17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FB043-03E1-A6AD-687B-023F15D48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1C1FC-CAE3-0C56-6FE3-752665C53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FA5769-757F-979B-8390-68089A6E5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92C0E-CE5E-2D6C-1035-7B68DC8E9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A2D71-53A4-4733-9771-F771EA6183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745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EBE60-5BA2-DB2D-A78E-06DF14830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207EDC-AB15-87C4-4EFC-AAE3D7135C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A9D08D-789E-819A-311F-A4984F831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06D98-BA1B-7959-FE14-C1FB917A0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A2D71-53A4-4733-9771-F771EA6183E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36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0F484-222D-B1CB-5415-74F6C3449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4DA595-D4B5-D574-1982-8949EA657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339B4A-486B-6C37-1A97-A0490C2DF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28294-760B-36A7-BEF5-DA6734250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A2D71-53A4-4733-9771-F771EA6183E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070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9A59B-802A-0D51-E05F-9AD20DC24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63F3A-A8C0-B4DA-A3FF-1BCA518E8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69FCE6-36A5-954D-08A8-AC9C8AD06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7C5C8-34C8-D5CC-4C10-F63B89DCCE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A2D71-53A4-4733-9771-F771EA6183E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6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CC385-7101-C2F4-C5CB-493542E41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F0A9B-69F6-8D06-8C1F-8EF1BE03A5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A9BF2A-3DA6-551A-4F52-F6944956E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A4EA6-4C70-1E53-5222-265D816C6F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A2D71-53A4-4733-9771-F771EA6183E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160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24626-12CE-49A6-7190-418DBAE33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82C69-F9B8-F93E-AD5B-ADF8724219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15F11E-206B-436F-FC58-B4C6AABE5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9254A-A3AD-4DD1-D4A3-C017FDDDD3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A2D71-53A4-4733-9771-F771EA6183E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810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FA717-25F9-F3AA-62A1-A34A92CFE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F40520-0D0A-4C0A-710B-6C7125CA9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AC8E9-6682-D3F6-D3C9-FB63808AB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2719D-9B94-76B4-A63E-C5CAA8AEF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A2D71-53A4-4733-9771-F771EA6183E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57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C17C5-9AA5-9C45-D8AA-6EB171137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252378-E8D3-C27B-3E1F-FBD5D10AB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F5A804-4FA8-0BB5-7FD5-F0CC30FA2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5B17B-8FE9-216E-E7EA-252BFDCFDF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A2D71-53A4-4733-9771-F771EA6183E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641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B8C17-E61E-5752-4978-F266BF9D4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7D2963-10D7-A991-EE88-07D321870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E572C8-BE61-388C-B50A-F741B643C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787EE-93F5-76F4-2E41-AA9530442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A2D71-53A4-4733-9771-F771EA6183E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252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49C91-3D4F-0AD9-5722-8100F12FC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9CB534-457A-B244-E781-4CECC132A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27EED-3F79-9425-0CCE-488D4C0F8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72589-63A6-29BA-4F0E-3852FF587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A2D71-53A4-4733-9771-F771EA6183E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085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04B0D-BFF3-59AB-678D-355308B5C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B3D12E-1929-0663-3BB4-90400EC42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39AD8D-DDDF-474B-1D5B-761196D1A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33C9D-6283-4761-FB79-1D1F2BBB3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A2D71-53A4-4733-9771-F771EA6183E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25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A5A1E-90E8-73C2-54F9-ADB8D65DD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31418-90BE-9384-002F-11C0E42BF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49E7F0-47FA-465F-F719-0354A2393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06C26-506B-1569-D01B-A6949662CD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A2D71-53A4-4733-9771-F771EA6183E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408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029DF-3D99-68D9-A28A-05264C6FE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2DB721-420E-DAD1-E889-F6F2A4C0B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554784-19B1-DB6C-F85E-8374953FC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7A9DC-DE21-0059-7A25-1C72013E5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A2D71-53A4-4733-9771-F771EA6183E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001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76ED8-B491-0DD9-2651-E4FFCC9B1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F3E338-C5A1-4F3A-B361-B639261ED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E68B9-C560-A637-248A-25047FF0B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E651A-A11D-6EBC-B322-8E2E44AE5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A2D71-53A4-4733-9771-F771EA6183E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420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7620D-9065-54E6-75C8-DA894F95E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1F7FE-1A57-F5A6-17D6-8D793F67B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93CC16-82EC-88BD-2B9A-3B19FD306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F8588-4A3F-A1C7-7687-EAA9EDB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AA2D71-53A4-4733-9771-F771EA6183E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431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5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17498-E1F9-47A6-9FC7-8EACBE2A28AB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8648-83C5-4BE3-AB82-23E6C3470EA7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4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C010D-BB69-4ADD-A4F5-80337570F282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8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9F6B1-4003-489D-BF3A-14B43B6CD867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3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3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3" y="1871068"/>
            <a:ext cx="4040188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1871068"/>
            <a:ext cx="4041775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891CE-006B-48C0-B06C-D88B720DEA36}" type="datetime1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9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9ABC-DD35-4BBC-9211-DD482B225FAC}" type="datetime1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4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A069-5617-42B1-A848-68D2010E9707}" type="datetime1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8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591463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3" y="591470"/>
            <a:ext cx="5111751" cy="40486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EDE14-C48F-4C76-94BE-B57772DD43B3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7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9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A9293-B664-4187-99BF-A13DD8B1329C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9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8EADEA99-96C7-4967-B57C-3592CE65418D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36153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8E6562B1-0B0F-0246-9532-09536BC2AE5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2197"/>
            <a:ext cx="9144000" cy="28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3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45718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891" indent="-342891" algn="l" defTabSz="457189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8306" y="1244381"/>
            <a:ext cx="4111713" cy="1243716"/>
          </a:xfrm>
        </p:spPr>
        <p:txBody>
          <a:bodyPr>
            <a:noAutofit/>
          </a:bodyPr>
          <a:lstStyle/>
          <a:p>
            <a:pPr algn="l"/>
            <a:r>
              <a:rPr lang="en-SG" sz="1600" b="1" dirty="0">
                <a:solidFill>
                  <a:schemeClr val="bg1"/>
                </a:solidFill>
                <a:cs typeface="Arial"/>
              </a:rPr>
              <a:t>From Education to Career: </a:t>
            </a:r>
            <a:br>
              <a:rPr lang="en-SG" sz="2400" b="1" dirty="0">
                <a:solidFill>
                  <a:schemeClr val="bg1"/>
                </a:solidFill>
                <a:cs typeface="Arial"/>
              </a:rPr>
            </a:br>
            <a:r>
              <a:rPr lang="en-SG" sz="2400" b="1" dirty="0">
                <a:solidFill>
                  <a:schemeClr val="bg1"/>
                </a:solidFill>
                <a:cs typeface="Arial"/>
              </a:rPr>
              <a:t>AI-Based Career Recommendation System</a:t>
            </a:r>
            <a:endParaRPr lang="en-US" sz="2400" b="1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6093" y="3391849"/>
            <a:ext cx="5008720" cy="1575129"/>
          </a:xfrm>
        </p:spPr>
        <p:txBody>
          <a:bodyPr>
            <a:normAutofit/>
          </a:bodyPr>
          <a:lstStyle/>
          <a:p>
            <a:pPr algn="l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GP8001, Group E-2</a:t>
            </a:r>
          </a:p>
          <a:p>
            <a:pPr algn="l"/>
            <a:r>
              <a:rPr lang="en-US" sz="1100" dirty="0">
                <a:solidFill>
                  <a:srgbClr val="FFFFFF"/>
                </a:solidFill>
                <a:cs typeface="Arial"/>
              </a:rPr>
              <a:t>HAN ZILIN</a:t>
            </a:r>
          </a:p>
          <a:p>
            <a:pPr algn="l"/>
            <a:r>
              <a:rPr lang="en-US" sz="1100" dirty="0">
                <a:solidFill>
                  <a:srgbClr val="FFFFFF"/>
                </a:solidFill>
                <a:cs typeface="Arial"/>
              </a:rPr>
              <a:t>HE YANGFAN</a:t>
            </a:r>
          </a:p>
          <a:p>
            <a:pPr algn="l"/>
            <a:r>
              <a:rPr lang="en-US" sz="1100" dirty="0">
                <a:solidFill>
                  <a:srgbClr val="FFFFFF"/>
                </a:solidFill>
                <a:cs typeface="Arial"/>
              </a:rPr>
              <a:t>NGUYEN THIEN AN</a:t>
            </a:r>
          </a:p>
          <a:p>
            <a:pPr algn="l"/>
            <a:r>
              <a:rPr lang="en-US" sz="1100" dirty="0">
                <a:solidFill>
                  <a:srgbClr val="FFFFFF"/>
                </a:solidFill>
                <a:cs typeface="Arial"/>
              </a:rPr>
              <a:t>PARK SEUNGWOO (G2609551C)</a:t>
            </a:r>
          </a:p>
          <a:p>
            <a:pPr algn="l"/>
            <a:r>
              <a:rPr lang="en-US" sz="1100" dirty="0">
                <a:solidFill>
                  <a:srgbClr val="FFFFFF"/>
                </a:solidFill>
                <a:cs typeface="Arial"/>
              </a:rPr>
              <a:t>LIM CHUAN ZHONG</a:t>
            </a:r>
          </a:p>
          <a:p>
            <a:pPr algn="l"/>
            <a:r>
              <a:rPr lang="en-US" sz="1100" dirty="0">
                <a:solidFill>
                  <a:srgbClr val="FFFFFF"/>
                </a:solidFill>
                <a:cs typeface="Arial"/>
              </a:rPr>
              <a:t>LI ZHENYING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621AC5-9368-B527-EB48-C345FA66813F}"/>
              </a:ext>
            </a:extLst>
          </p:cNvPr>
          <p:cNvSpPr txBox="1"/>
          <p:nvPr/>
        </p:nvSpPr>
        <p:spPr>
          <a:xfrm>
            <a:off x="376093" y="241786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FFFFFF"/>
                </a:solidFill>
                <a:cs typeface="Arial"/>
              </a:rPr>
              <a:t>26</a:t>
            </a:r>
            <a:r>
              <a:rPr lang="en-US" sz="1400" i="1" baseline="30000" dirty="0">
                <a:solidFill>
                  <a:srgbClr val="FFFFFF"/>
                </a:solidFill>
                <a:cs typeface="Arial"/>
              </a:rPr>
              <a:t>th</a:t>
            </a:r>
            <a:r>
              <a:rPr lang="en-US" sz="1400" i="1" dirty="0">
                <a:solidFill>
                  <a:srgbClr val="FFFFFF"/>
                </a:solidFill>
                <a:cs typeface="Arial"/>
              </a:rPr>
              <a:t> Oct 2026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EC55-45EF-4C8F-830D-1EE8176B3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1615" y="114298"/>
            <a:ext cx="3238648" cy="554419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D6BEE81-929A-67B1-5347-B6A51FA2767E}"/>
              </a:ext>
            </a:extLst>
          </p:cNvPr>
          <p:cNvCxnSpPr>
            <a:cxnSpLocks/>
          </p:cNvCxnSpPr>
          <p:nvPr/>
        </p:nvCxnSpPr>
        <p:spPr>
          <a:xfrm>
            <a:off x="5291616" y="712002"/>
            <a:ext cx="3238647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0AEF17-5E8B-1AA6-9906-B32E1D06A233}"/>
              </a:ext>
            </a:extLst>
          </p:cNvPr>
          <p:cNvSpPr/>
          <p:nvPr/>
        </p:nvSpPr>
        <p:spPr>
          <a:xfrm>
            <a:off x="8075771" y="-1"/>
            <a:ext cx="633046" cy="1060467"/>
          </a:xfrm>
          <a:prstGeom prst="rect">
            <a:avLst/>
          </a:prstGeom>
          <a:solidFill>
            <a:srgbClr val="181C6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solidFill>
                <a:srgbClr val="181C6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2D00DEC-9FD5-C8B6-4EA3-60B16F64AD69}"/>
              </a:ext>
            </a:extLst>
          </p:cNvPr>
          <p:cNvGrpSpPr/>
          <p:nvPr/>
        </p:nvGrpSpPr>
        <p:grpSpPr>
          <a:xfrm>
            <a:off x="0" y="702707"/>
            <a:ext cx="7770627" cy="4160740"/>
            <a:chOff x="0" y="756815"/>
            <a:chExt cx="7770627" cy="4160740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7F7868B0-07BB-B788-1DE9-EF2F539A0A66}"/>
                </a:ext>
              </a:extLst>
            </p:cNvPr>
            <p:cNvGrpSpPr/>
            <p:nvPr/>
          </p:nvGrpSpPr>
          <p:grpSpPr>
            <a:xfrm>
              <a:off x="4577409" y="1192471"/>
              <a:ext cx="3193218" cy="3725084"/>
              <a:chOff x="4867784" y="1166679"/>
              <a:chExt cx="3193218" cy="3725084"/>
            </a:xfrm>
          </p:grpSpPr>
          <p:sp>
            <p:nvSpPr>
              <p:cNvPr id="5" name="文本框 30">
                <a:extLst>
                  <a:ext uri="{FF2B5EF4-FFF2-40B4-BE49-F238E27FC236}">
                    <a16:creationId xmlns:a16="http://schemas.microsoft.com/office/drawing/2014/main" id="{743059EF-5B4B-1336-554E-1032ABE81CEB}"/>
                  </a:ext>
                </a:extLst>
              </p:cNvPr>
              <p:cNvSpPr txBox="1"/>
              <p:nvPr/>
            </p:nvSpPr>
            <p:spPr>
              <a:xfrm>
                <a:off x="5664017" y="1166679"/>
                <a:ext cx="2396985" cy="3691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200000"/>
                  </a:lnSpc>
                </a:pP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Introduction</a:t>
                </a:r>
              </a:p>
              <a:p>
                <a:pPr algn="just">
                  <a:lnSpc>
                    <a:spcPct val="200000"/>
                  </a:lnSpc>
                </a:pP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Methodology</a:t>
                </a:r>
              </a:p>
              <a:p>
                <a:pPr algn="just">
                  <a:lnSpc>
                    <a:spcPct val="200000"/>
                  </a:lnSpc>
                </a:pP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AI Application</a:t>
                </a:r>
              </a:p>
              <a:p>
                <a:pPr algn="just">
                  <a:lnSpc>
                    <a:spcPct val="200000"/>
                  </a:lnSpc>
                </a:pP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Results</a:t>
                </a:r>
              </a:p>
              <a:p>
                <a:pPr algn="just">
                  <a:lnSpc>
                    <a:spcPct val="200000"/>
                  </a:lnSpc>
                </a:pP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Discussion</a:t>
                </a:r>
              </a:p>
              <a:p>
                <a:pPr algn="just">
                  <a:lnSpc>
                    <a:spcPct val="200000"/>
                  </a:lnSpc>
                </a:pPr>
                <a:r>
                  <a:rPr lang="en-US" altLang="zh-C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Conclusion</a:t>
                </a:r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E7109691-EC76-34BA-376E-A820647DD83D}"/>
                  </a:ext>
                </a:extLst>
              </p:cNvPr>
              <p:cNvSpPr/>
              <p:nvPr/>
            </p:nvSpPr>
            <p:spPr>
              <a:xfrm>
                <a:off x="4867784" y="1331020"/>
                <a:ext cx="714206" cy="3560743"/>
              </a:xfrm>
              <a:prstGeom prst="rect">
                <a:avLst/>
              </a:prstGeom>
              <a:solidFill>
                <a:srgbClr val="181C62"/>
              </a:solidFill>
              <a:ln>
                <a:solidFill>
                  <a:srgbClr val="181C6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771C9B-6999-393D-1C63-9D390BEE5164}"/>
                  </a:ext>
                </a:extLst>
              </p:cNvPr>
              <p:cNvSpPr txBox="1"/>
              <p:nvPr/>
            </p:nvSpPr>
            <p:spPr>
              <a:xfrm>
                <a:off x="4949811" y="1369043"/>
                <a:ext cx="5501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 sz="2800" b="1" dirty="0">
                    <a:solidFill>
                      <a:schemeClr val="bg1"/>
                    </a:solidFill>
                  </a:rPr>
                  <a:t>01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42BF5B-2F67-F65E-E4F8-D52762336C18}"/>
                  </a:ext>
                </a:extLst>
              </p:cNvPr>
              <p:cNvSpPr txBox="1"/>
              <p:nvPr/>
            </p:nvSpPr>
            <p:spPr>
              <a:xfrm>
                <a:off x="4949811" y="1967038"/>
                <a:ext cx="5501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 sz="2800" b="1" dirty="0">
                    <a:solidFill>
                      <a:schemeClr val="bg1"/>
                    </a:solidFill>
                  </a:rPr>
                  <a:t>02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573E18F-FE04-AA6C-7778-20E0C028FAD9}"/>
                  </a:ext>
                </a:extLst>
              </p:cNvPr>
              <p:cNvSpPr txBox="1"/>
              <p:nvPr/>
            </p:nvSpPr>
            <p:spPr>
              <a:xfrm>
                <a:off x="4949811" y="2565033"/>
                <a:ext cx="5501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 sz="2800" b="1" dirty="0">
                    <a:solidFill>
                      <a:schemeClr val="bg1"/>
                    </a:solidFill>
                  </a:rPr>
                  <a:t>03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56F11F-D3D3-C93A-C47A-FA1AD07AF9DA}"/>
                  </a:ext>
                </a:extLst>
              </p:cNvPr>
              <p:cNvSpPr txBox="1"/>
              <p:nvPr/>
            </p:nvSpPr>
            <p:spPr>
              <a:xfrm>
                <a:off x="4949811" y="3163028"/>
                <a:ext cx="5501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 sz="2800" b="1" dirty="0">
                    <a:solidFill>
                      <a:schemeClr val="bg1"/>
                    </a:solidFill>
                  </a:rPr>
                  <a:t>04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6E9624-F965-F9FE-CE14-5FFCD0BF9BE0}"/>
                  </a:ext>
                </a:extLst>
              </p:cNvPr>
              <p:cNvSpPr txBox="1"/>
              <p:nvPr/>
            </p:nvSpPr>
            <p:spPr>
              <a:xfrm>
                <a:off x="4949811" y="3761023"/>
                <a:ext cx="5501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 sz="2800" b="1" dirty="0">
                    <a:solidFill>
                      <a:schemeClr val="bg1"/>
                    </a:solidFill>
                  </a:rPr>
                  <a:t>05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B7C7E28-11CC-3D94-EDFB-4BB173D3E7FA}"/>
                  </a:ext>
                </a:extLst>
              </p:cNvPr>
              <p:cNvSpPr txBox="1"/>
              <p:nvPr/>
            </p:nvSpPr>
            <p:spPr>
              <a:xfrm>
                <a:off x="4949811" y="4359019"/>
                <a:ext cx="5501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 sz="2800" b="1" dirty="0">
                    <a:solidFill>
                      <a:schemeClr val="bg1"/>
                    </a:solidFill>
                  </a:rPr>
                  <a:t>06</a:t>
                </a:r>
              </a:p>
            </p:txBody>
          </p:sp>
        </p:grp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25253D2E-929B-3DBF-3496-FB196AFD1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16923"/>
            <a:stretch>
              <a:fillRect/>
            </a:stretch>
          </p:blipFill>
          <p:spPr>
            <a:xfrm>
              <a:off x="0" y="756815"/>
              <a:ext cx="4571999" cy="4127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9383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EAC6D-AE0C-74AE-CB3A-C7C43EEDC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1DB5D-4204-B8EC-30EA-0D269D9BD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9" y="114298"/>
            <a:ext cx="3238648" cy="554419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01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15797-54C5-AB2F-55BF-5C2535D7E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77354" y="4584679"/>
            <a:ext cx="2133600" cy="273844"/>
          </a:xfrm>
        </p:spPr>
        <p:txBody>
          <a:bodyPr/>
          <a:lstStyle/>
          <a:p>
            <a:fld id="{8E6562B1-0B0F-0246-9532-09536BC2AE59}" type="slidenum">
              <a:rPr lang="en-US" smtClean="0"/>
              <a:t>3</a:t>
            </a:fld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6B992D8-345B-6227-97DB-FED5E842BAEE}"/>
              </a:ext>
            </a:extLst>
          </p:cNvPr>
          <p:cNvCxnSpPr>
            <a:cxnSpLocks/>
          </p:cNvCxnSpPr>
          <p:nvPr/>
        </p:nvCxnSpPr>
        <p:spPr>
          <a:xfrm>
            <a:off x="0" y="712002"/>
            <a:ext cx="9144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1BB1612E-7826-2819-BB86-872505E4365D}"/>
              </a:ext>
            </a:extLst>
          </p:cNvPr>
          <p:cNvSpPr/>
          <p:nvPr/>
        </p:nvSpPr>
        <p:spPr>
          <a:xfrm>
            <a:off x="8510954" y="0"/>
            <a:ext cx="633046" cy="4879340"/>
          </a:xfrm>
          <a:prstGeom prst="rect">
            <a:avLst/>
          </a:prstGeom>
          <a:solidFill>
            <a:srgbClr val="025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ardrop 17">
            <a:extLst>
              <a:ext uri="{FF2B5EF4-FFF2-40B4-BE49-F238E27FC236}">
                <a16:creationId xmlns:a16="http://schemas.microsoft.com/office/drawing/2014/main" id="{CA428FD4-82DE-9360-D0E5-69375EA1E1C3}"/>
              </a:ext>
            </a:extLst>
          </p:cNvPr>
          <p:cNvSpPr/>
          <p:nvPr/>
        </p:nvSpPr>
        <p:spPr>
          <a:xfrm>
            <a:off x="559485" y="995841"/>
            <a:ext cx="311223" cy="311222"/>
          </a:xfrm>
          <a:prstGeom prst="teardrop">
            <a:avLst/>
          </a:prstGeom>
          <a:solidFill>
            <a:srgbClr val="181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anchor="ctr">
            <a:normAutofit fontScale="55000" lnSpcReduction="2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en-US" b="1" spc="-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32A701-50F4-002D-B66C-6CA0227A36BE}"/>
              </a:ext>
            </a:extLst>
          </p:cNvPr>
          <p:cNvSpPr txBox="1"/>
          <p:nvPr/>
        </p:nvSpPr>
        <p:spPr>
          <a:xfrm rot="5400000">
            <a:off x="8318137" y="377434"/>
            <a:ext cx="10186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9CEBEA-3340-257F-B04A-5624FA5D4C7D}"/>
              </a:ext>
            </a:extLst>
          </p:cNvPr>
          <p:cNvSpPr txBox="1"/>
          <p:nvPr/>
        </p:nvSpPr>
        <p:spPr>
          <a:xfrm rot="5400000">
            <a:off x="8340002" y="1274739"/>
            <a:ext cx="9749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E5A7F4-B1D7-D74A-4215-E0B71D84F83E}"/>
              </a:ext>
            </a:extLst>
          </p:cNvPr>
          <p:cNvSpPr txBox="1"/>
          <p:nvPr/>
        </p:nvSpPr>
        <p:spPr>
          <a:xfrm rot="5400000">
            <a:off x="8311147" y="2205227"/>
            <a:ext cx="1032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Application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36401C-B0FA-65D4-0535-7D41969DBAFF}"/>
              </a:ext>
            </a:extLst>
          </p:cNvPr>
          <p:cNvSpPr txBox="1"/>
          <p:nvPr/>
        </p:nvSpPr>
        <p:spPr>
          <a:xfrm rot="5400000">
            <a:off x="8523546" y="2952171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9524D5-7427-1B61-962C-B77FE07348B5}"/>
              </a:ext>
            </a:extLst>
          </p:cNvPr>
          <p:cNvSpPr txBox="1"/>
          <p:nvPr/>
        </p:nvSpPr>
        <p:spPr>
          <a:xfrm rot="5400000">
            <a:off x="8428969" y="3581294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1E16C3-340A-DB88-979C-A199265EB5E7}"/>
              </a:ext>
            </a:extLst>
          </p:cNvPr>
          <p:cNvSpPr txBox="1"/>
          <p:nvPr/>
        </p:nvSpPr>
        <p:spPr>
          <a:xfrm rot="5400000">
            <a:off x="8416145" y="4317816"/>
            <a:ext cx="8226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292909-EE5B-B269-F3F9-BF8B262325CF}"/>
              </a:ext>
            </a:extLst>
          </p:cNvPr>
          <p:cNvSpPr txBox="1"/>
          <p:nvPr/>
        </p:nvSpPr>
        <p:spPr>
          <a:xfrm>
            <a:off x="870708" y="937730"/>
            <a:ext cx="1398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</p:txBody>
      </p:sp>
      <p:pic>
        <p:nvPicPr>
          <p:cNvPr id="32" name="그림 31" descr="구직자 ">
            <a:extLst>
              <a:ext uri="{FF2B5EF4-FFF2-40B4-BE49-F238E27FC236}">
                <a16:creationId xmlns:a16="http://schemas.microsoft.com/office/drawing/2014/main" id="{DBF60E27-9DD8-2538-4D67-5F7C6D743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88" y="2391582"/>
            <a:ext cx="2330019" cy="2330019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B4EAFBF-031E-06B0-C681-A0C4713C4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0101" y="1396612"/>
            <a:ext cx="929158" cy="929158"/>
          </a:xfrm>
          <a:prstGeom prst="rect">
            <a:avLst/>
          </a:prstGeom>
        </p:spPr>
      </p:pic>
      <p:pic>
        <p:nvPicPr>
          <p:cNvPr id="36" name="그림 35" descr="과학 기술 ">
            <a:extLst>
              <a:ext uri="{FF2B5EF4-FFF2-40B4-BE49-F238E27FC236}">
                <a16:creationId xmlns:a16="http://schemas.microsoft.com/office/drawing/2014/main" id="{0D02DBAE-C760-5F36-4500-4C07EA44E6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2359" y="1396610"/>
            <a:ext cx="929159" cy="929159"/>
          </a:xfrm>
          <a:prstGeom prst="rect">
            <a:avLst/>
          </a:prstGeom>
        </p:spPr>
      </p:pic>
      <p:pic>
        <p:nvPicPr>
          <p:cNvPr id="37" name="그림 36" descr="어린이들 ">
            <a:extLst>
              <a:ext uri="{FF2B5EF4-FFF2-40B4-BE49-F238E27FC236}">
                <a16:creationId xmlns:a16="http://schemas.microsoft.com/office/drawing/2014/main" id="{5B839FDA-9304-67DB-91C5-E1DAC9D4F8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2015" y="2602315"/>
            <a:ext cx="929160" cy="929160"/>
          </a:xfrm>
          <a:prstGeom prst="rect">
            <a:avLst/>
          </a:prstGeom>
        </p:spPr>
      </p:pic>
      <p:pic>
        <p:nvPicPr>
          <p:cNvPr id="38" name="그림 37" descr="젠더 유체 ">
            <a:extLst>
              <a:ext uri="{FF2B5EF4-FFF2-40B4-BE49-F238E27FC236}">
                <a16:creationId xmlns:a16="http://schemas.microsoft.com/office/drawing/2014/main" id="{0ADCDC22-B61D-09F8-63D4-51B55F601A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8777" y="2602315"/>
            <a:ext cx="929160" cy="929160"/>
          </a:xfrm>
          <a:prstGeom prst="rect">
            <a:avLst/>
          </a:prstGeom>
        </p:spPr>
      </p:pic>
      <p:pic>
        <p:nvPicPr>
          <p:cNvPr id="39" name="그림 38" descr="취업률 ">
            <a:extLst>
              <a:ext uri="{FF2B5EF4-FFF2-40B4-BE49-F238E27FC236}">
                <a16:creationId xmlns:a16="http://schemas.microsoft.com/office/drawing/2014/main" id="{49DCAC28-0D04-64B4-0C15-76F79719C9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4326" y="3712099"/>
            <a:ext cx="929160" cy="92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223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67BFB-33FE-3709-D211-EB2FFB800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7D926-2BAE-F7D6-D748-5DEBA91B6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9" y="114298"/>
            <a:ext cx="3238648" cy="554419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01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0BABA-52E4-553F-E374-03060F6A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77354" y="4584679"/>
            <a:ext cx="2133600" cy="273844"/>
          </a:xfrm>
        </p:spPr>
        <p:txBody>
          <a:bodyPr/>
          <a:lstStyle/>
          <a:p>
            <a:fld id="{8E6562B1-0B0F-0246-9532-09536BC2AE59}" type="slidenum">
              <a:rPr lang="en-US" smtClean="0"/>
              <a:t>4</a:t>
            </a:fld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0AAB933-B420-1FA1-7176-72654AF38CA7}"/>
              </a:ext>
            </a:extLst>
          </p:cNvPr>
          <p:cNvCxnSpPr>
            <a:cxnSpLocks/>
          </p:cNvCxnSpPr>
          <p:nvPr/>
        </p:nvCxnSpPr>
        <p:spPr>
          <a:xfrm>
            <a:off x="0" y="712002"/>
            <a:ext cx="9144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4D7BCC7D-FE6B-DDE9-4C9C-ABEC1F970C3B}"/>
              </a:ext>
            </a:extLst>
          </p:cNvPr>
          <p:cNvSpPr/>
          <p:nvPr/>
        </p:nvSpPr>
        <p:spPr>
          <a:xfrm>
            <a:off x="8510954" y="0"/>
            <a:ext cx="633046" cy="4879340"/>
          </a:xfrm>
          <a:prstGeom prst="rect">
            <a:avLst/>
          </a:prstGeom>
          <a:solidFill>
            <a:srgbClr val="025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ardrop 17">
            <a:extLst>
              <a:ext uri="{FF2B5EF4-FFF2-40B4-BE49-F238E27FC236}">
                <a16:creationId xmlns:a16="http://schemas.microsoft.com/office/drawing/2014/main" id="{964DB769-78CD-8C30-3A0F-03934C143E64}"/>
              </a:ext>
            </a:extLst>
          </p:cNvPr>
          <p:cNvSpPr/>
          <p:nvPr/>
        </p:nvSpPr>
        <p:spPr>
          <a:xfrm>
            <a:off x="559485" y="995841"/>
            <a:ext cx="311223" cy="311222"/>
          </a:xfrm>
          <a:prstGeom prst="teardrop">
            <a:avLst/>
          </a:prstGeom>
          <a:solidFill>
            <a:srgbClr val="181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anchor="ctr">
            <a:normAutofit fontScale="55000" lnSpcReduction="2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en-US" b="1" spc="-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426580-2A69-1EB5-4C30-031644001501}"/>
              </a:ext>
            </a:extLst>
          </p:cNvPr>
          <p:cNvSpPr txBox="1"/>
          <p:nvPr/>
        </p:nvSpPr>
        <p:spPr>
          <a:xfrm rot="5400000">
            <a:off x="8318137" y="377434"/>
            <a:ext cx="10186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458FB5-163A-8A54-C095-AABD80F6F6DB}"/>
              </a:ext>
            </a:extLst>
          </p:cNvPr>
          <p:cNvSpPr txBox="1"/>
          <p:nvPr/>
        </p:nvSpPr>
        <p:spPr>
          <a:xfrm rot="5400000">
            <a:off x="8340002" y="1274739"/>
            <a:ext cx="9749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839E4E-583B-ABAD-EAC4-2DBF9C5628CC}"/>
              </a:ext>
            </a:extLst>
          </p:cNvPr>
          <p:cNvSpPr txBox="1"/>
          <p:nvPr/>
        </p:nvSpPr>
        <p:spPr>
          <a:xfrm rot="5400000">
            <a:off x="8311147" y="2205227"/>
            <a:ext cx="1032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Application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9EAFDA-F12F-0405-C0BD-D31BB0289276}"/>
              </a:ext>
            </a:extLst>
          </p:cNvPr>
          <p:cNvSpPr txBox="1"/>
          <p:nvPr/>
        </p:nvSpPr>
        <p:spPr>
          <a:xfrm rot="5400000">
            <a:off x="8523546" y="2952171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16425E-DC5B-F21A-F1E5-8F5D0A079019}"/>
              </a:ext>
            </a:extLst>
          </p:cNvPr>
          <p:cNvSpPr txBox="1"/>
          <p:nvPr/>
        </p:nvSpPr>
        <p:spPr>
          <a:xfrm rot="5400000">
            <a:off x="8428969" y="3581294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5B4AAF-007C-29AD-4DD7-A2A095EAB39B}"/>
              </a:ext>
            </a:extLst>
          </p:cNvPr>
          <p:cNvSpPr txBox="1"/>
          <p:nvPr/>
        </p:nvSpPr>
        <p:spPr>
          <a:xfrm rot="5400000">
            <a:off x="8416145" y="4317816"/>
            <a:ext cx="8226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FE02D9-8819-C807-4BA7-18C8CD58E492}"/>
              </a:ext>
            </a:extLst>
          </p:cNvPr>
          <p:cNvSpPr txBox="1"/>
          <p:nvPr/>
        </p:nvSpPr>
        <p:spPr>
          <a:xfrm>
            <a:off x="870708" y="937730"/>
            <a:ext cx="1982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3750603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438E4-4E82-3360-8FCE-F10E9CA16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7E2BF-DCB5-C439-AF8B-D309DDAA9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9" y="114298"/>
            <a:ext cx="3238648" cy="554419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01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305E8-F470-C06E-14F1-53FA236C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77354" y="4584679"/>
            <a:ext cx="2133600" cy="273844"/>
          </a:xfrm>
        </p:spPr>
        <p:txBody>
          <a:bodyPr/>
          <a:lstStyle/>
          <a:p>
            <a:fld id="{8E6562B1-0B0F-0246-9532-09536BC2AE59}" type="slidenum">
              <a:rPr lang="en-US" smtClean="0"/>
              <a:t>5</a:t>
            </a:fld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BCF5332-4B5C-48D0-07B9-84270C49F2B8}"/>
              </a:ext>
            </a:extLst>
          </p:cNvPr>
          <p:cNvCxnSpPr>
            <a:cxnSpLocks/>
          </p:cNvCxnSpPr>
          <p:nvPr/>
        </p:nvCxnSpPr>
        <p:spPr>
          <a:xfrm>
            <a:off x="0" y="712002"/>
            <a:ext cx="9144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C1F140C3-4574-AE0B-9CE9-DD9D0A752014}"/>
              </a:ext>
            </a:extLst>
          </p:cNvPr>
          <p:cNvSpPr/>
          <p:nvPr/>
        </p:nvSpPr>
        <p:spPr>
          <a:xfrm>
            <a:off x="8510954" y="0"/>
            <a:ext cx="633046" cy="4879340"/>
          </a:xfrm>
          <a:prstGeom prst="rect">
            <a:avLst/>
          </a:prstGeom>
          <a:solidFill>
            <a:srgbClr val="025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ardrop 17">
            <a:extLst>
              <a:ext uri="{FF2B5EF4-FFF2-40B4-BE49-F238E27FC236}">
                <a16:creationId xmlns:a16="http://schemas.microsoft.com/office/drawing/2014/main" id="{3650BE3A-CEAB-4233-2742-E0487EB5A7B9}"/>
              </a:ext>
            </a:extLst>
          </p:cNvPr>
          <p:cNvSpPr/>
          <p:nvPr/>
        </p:nvSpPr>
        <p:spPr>
          <a:xfrm>
            <a:off x="559485" y="995841"/>
            <a:ext cx="311223" cy="311222"/>
          </a:xfrm>
          <a:prstGeom prst="teardrop">
            <a:avLst/>
          </a:prstGeom>
          <a:solidFill>
            <a:srgbClr val="181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anchor="ctr">
            <a:normAutofit fontScale="55000" lnSpcReduction="2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en-US" b="1" spc="-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F83B61-58F7-A244-E8A8-7BDB9E1C0454}"/>
              </a:ext>
            </a:extLst>
          </p:cNvPr>
          <p:cNvSpPr txBox="1"/>
          <p:nvPr/>
        </p:nvSpPr>
        <p:spPr>
          <a:xfrm rot="5400000">
            <a:off x="8318137" y="377434"/>
            <a:ext cx="10186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C6203C-A638-B2C0-95C5-26A12D68A570}"/>
              </a:ext>
            </a:extLst>
          </p:cNvPr>
          <p:cNvSpPr txBox="1"/>
          <p:nvPr/>
        </p:nvSpPr>
        <p:spPr>
          <a:xfrm rot="5400000">
            <a:off x="8340002" y="1274739"/>
            <a:ext cx="9749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7886C2-CBEA-0A3F-556E-C1BC16B81984}"/>
              </a:ext>
            </a:extLst>
          </p:cNvPr>
          <p:cNvSpPr txBox="1"/>
          <p:nvPr/>
        </p:nvSpPr>
        <p:spPr>
          <a:xfrm rot="5400000">
            <a:off x="8311147" y="2205227"/>
            <a:ext cx="1032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Application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A59C4C-CDCC-0E40-1E75-13D28D0CDD12}"/>
              </a:ext>
            </a:extLst>
          </p:cNvPr>
          <p:cNvSpPr txBox="1"/>
          <p:nvPr/>
        </p:nvSpPr>
        <p:spPr>
          <a:xfrm rot="5400000">
            <a:off x="8523546" y="2952171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128CA-180D-0B5C-FA06-574A8534718D}"/>
              </a:ext>
            </a:extLst>
          </p:cNvPr>
          <p:cNvSpPr txBox="1"/>
          <p:nvPr/>
        </p:nvSpPr>
        <p:spPr>
          <a:xfrm rot="5400000">
            <a:off x="8428969" y="3581294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73ED51-5C19-125E-F9F8-DA1E6B5080BD}"/>
              </a:ext>
            </a:extLst>
          </p:cNvPr>
          <p:cNvSpPr txBox="1"/>
          <p:nvPr/>
        </p:nvSpPr>
        <p:spPr>
          <a:xfrm rot="5400000">
            <a:off x="8416145" y="4317816"/>
            <a:ext cx="8226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416FCF-B67C-7BAA-C8F5-42C7FDB8B767}"/>
              </a:ext>
            </a:extLst>
          </p:cNvPr>
          <p:cNvSpPr txBox="1"/>
          <p:nvPr/>
        </p:nvSpPr>
        <p:spPr>
          <a:xfrm>
            <a:off x="870708" y="937730"/>
            <a:ext cx="2101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and Objective</a:t>
            </a:r>
          </a:p>
        </p:txBody>
      </p:sp>
    </p:spTree>
    <p:extLst>
      <p:ext uri="{BB962C8B-B14F-4D97-AF65-F5344CB8AC3E}">
        <p14:creationId xmlns:p14="http://schemas.microsoft.com/office/powerpoint/2010/main" val="1575338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3E308-8DD4-6873-4F8D-BC285F992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D7056-C773-D008-265A-D38988F1C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9" y="114298"/>
            <a:ext cx="3238648" cy="554419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02 Methodology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477F9-7792-27D3-5397-04B90FB92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77354" y="4584679"/>
            <a:ext cx="2133600" cy="273844"/>
          </a:xfrm>
        </p:spPr>
        <p:txBody>
          <a:bodyPr/>
          <a:lstStyle/>
          <a:p>
            <a:fld id="{8E6562B1-0B0F-0246-9532-09536BC2AE59}" type="slidenum">
              <a:rPr lang="en-US" smtClean="0"/>
              <a:t>6</a:t>
            </a:fld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00A4E64-669A-B37D-8D8B-54BE8D5DB695}"/>
              </a:ext>
            </a:extLst>
          </p:cNvPr>
          <p:cNvCxnSpPr>
            <a:cxnSpLocks/>
          </p:cNvCxnSpPr>
          <p:nvPr/>
        </p:nvCxnSpPr>
        <p:spPr>
          <a:xfrm>
            <a:off x="0" y="712002"/>
            <a:ext cx="9144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DB367105-6426-E472-C749-051B77706352}"/>
              </a:ext>
            </a:extLst>
          </p:cNvPr>
          <p:cNvSpPr/>
          <p:nvPr/>
        </p:nvSpPr>
        <p:spPr>
          <a:xfrm>
            <a:off x="8510954" y="0"/>
            <a:ext cx="633046" cy="4879340"/>
          </a:xfrm>
          <a:prstGeom prst="rect">
            <a:avLst/>
          </a:prstGeom>
          <a:solidFill>
            <a:srgbClr val="025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ardrop 17">
            <a:extLst>
              <a:ext uri="{FF2B5EF4-FFF2-40B4-BE49-F238E27FC236}">
                <a16:creationId xmlns:a16="http://schemas.microsoft.com/office/drawing/2014/main" id="{DE3F86AF-D941-50FB-1D5B-B9FC31E3EB9B}"/>
              </a:ext>
            </a:extLst>
          </p:cNvPr>
          <p:cNvSpPr/>
          <p:nvPr/>
        </p:nvSpPr>
        <p:spPr>
          <a:xfrm>
            <a:off x="559485" y="995841"/>
            <a:ext cx="311223" cy="311222"/>
          </a:xfrm>
          <a:prstGeom prst="teardrop">
            <a:avLst/>
          </a:prstGeom>
          <a:solidFill>
            <a:srgbClr val="181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anchor="ctr">
            <a:normAutofit fontScale="55000" lnSpcReduction="2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en-US" b="1" spc="-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61F1E9-943D-8F0C-6892-A64019D335F6}"/>
              </a:ext>
            </a:extLst>
          </p:cNvPr>
          <p:cNvSpPr txBox="1"/>
          <p:nvPr/>
        </p:nvSpPr>
        <p:spPr>
          <a:xfrm rot="5400000">
            <a:off x="8388092" y="385128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7A736C-E4EB-08B9-428A-7584DEF6D9A0}"/>
              </a:ext>
            </a:extLst>
          </p:cNvPr>
          <p:cNvSpPr txBox="1"/>
          <p:nvPr/>
        </p:nvSpPr>
        <p:spPr>
          <a:xfrm rot="5400000">
            <a:off x="8303133" y="1267045"/>
            <a:ext cx="10486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5B059D-0809-0044-D35B-CA7BCE5274FC}"/>
              </a:ext>
            </a:extLst>
          </p:cNvPr>
          <p:cNvSpPr txBox="1"/>
          <p:nvPr/>
        </p:nvSpPr>
        <p:spPr>
          <a:xfrm rot="5400000">
            <a:off x="8311147" y="2205227"/>
            <a:ext cx="1032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Application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B6EF2A-CE9F-8504-D835-1FCB5C439664}"/>
              </a:ext>
            </a:extLst>
          </p:cNvPr>
          <p:cNvSpPr txBox="1"/>
          <p:nvPr/>
        </p:nvSpPr>
        <p:spPr>
          <a:xfrm rot="5400000">
            <a:off x="8523546" y="2952171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09C02F-31F7-52E8-AABE-7E60D66E71B7}"/>
              </a:ext>
            </a:extLst>
          </p:cNvPr>
          <p:cNvSpPr txBox="1"/>
          <p:nvPr/>
        </p:nvSpPr>
        <p:spPr>
          <a:xfrm rot="5400000">
            <a:off x="8428969" y="3581294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28485B-A5D4-40CC-41B1-1C115EA86C2A}"/>
              </a:ext>
            </a:extLst>
          </p:cNvPr>
          <p:cNvSpPr txBox="1"/>
          <p:nvPr/>
        </p:nvSpPr>
        <p:spPr>
          <a:xfrm rot="5400000">
            <a:off x="8416145" y="4317816"/>
            <a:ext cx="8226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870F18-F947-60D6-232D-85E6F2D5B87F}"/>
              </a:ext>
            </a:extLst>
          </p:cNvPr>
          <p:cNvSpPr txBox="1"/>
          <p:nvPr/>
        </p:nvSpPr>
        <p:spPr>
          <a:xfrm>
            <a:off x="870708" y="937730"/>
            <a:ext cx="1905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S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566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8E17F-9E75-0E67-B32D-FE90242C8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C56CA-AE66-960F-2F95-1BAC58EA4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9" y="114298"/>
            <a:ext cx="3238648" cy="554419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02 Methodology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BC94D-B44C-8749-C85A-4037A10DC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77354" y="4584679"/>
            <a:ext cx="2133600" cy="273844"/>
          </a:xfrm>
        </p:spPr>
        <p:txBody>
          <a:bodyPr/>
          <a:lstStyle/>
          <a:p>
            <a:fld id="{8E6562B1-0B0F-0246-9532-09536BC2AE59}" type="slidenum">
              <a:rPr lang="en-US" smtClean="0"/>
              <a:t>7</a:t>
            </a:fld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7B51C8C-1AEA-903F-A64D-EBAA6341DB51}"/>
              </a:ext>
            </a:extLst>
          </p:cNvPr>
          <p:cNvCxnSpPr>
            <a:cxnSpLocks/>
          </p:cNvCxnSpPr>
          <p:nvPr/>
        </p:nvCxnSpPr>
        <p:spPr>
          <a:xfrm>
            <a:off x="0" y="712002"/>
            <a:ext cx="9144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5A5CBDF4-8F83-E80C-7E7B-1AC14D69A5D4}"/>
              </a:ext>
            </a:extLst>
          </p:cNvPr>
          <p:cNvSpPr/>
          <p:nvPr/>
        </p:nvSpPr>
        <p:spPr>
          <a:xfrm>
            <a:off x="8510954" y="0"/>
            <a:ext cx="633046" cy="4879340"/>
          </a:xfrm>
          <a:prstGeom prst="rect">
            <a:avLst/>
          </a:prstGeom>
          <a:solidFill>
            <a:srgbClr val="025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ardrop 17">
            <a:extLst>
              <a:ext uri="{FF2B5EF4-FFF2-40B4-BE49-F238E27FC236}">
                <a16:creationId xmlns:a16="http://schemas.microsoft.com/office/drawing/2014/main" id="{107A2674-41A8-7604-D21B-D06404946A29}"/>
              </a:ext>
            </a:extLst>
          </p:cNvPr>
          <p:cNvSpPr/>
          <p:nvPr/>
        </p:nvSpPr>
        <p:spPr>
          <a:xfrm>
            <a:off x="559485" y="995841"/>
            <a:ext cx="311223" cy="311222"/>
          </a:xfrm>
          <a:prstGeom prst="teardrop">
            <a:avLst/>
          </a:prstGeom>
          <a:solidFill>
            <a:srgbClr val="181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anchor="ctr">
            <a:normAutofit fontScale="55000" lnSpcReduction="2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en-US" b="1" spc="-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F8613F-2AF2-C1CE-E54E-2CA806A8FC92}"/>
              </a:ext>
            </a:extLst>
          </p:cNvPr>
          <p:cNvSpPr txBox="1"/>
          <p:nvPr/>
        </p:nvSpPr>
        <p:spPr>
          <a:xfrm rot="5400000">
            <a:off x="8388092" y="385128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12DF58-3A81-3D07-278F-E1B672818048}"/>
              </a:ext>
            </a:extLst>
          </p:cNvPr>
          <p:cNvSpPr txBox="1"/>
          <p:nvPr/>
        </p:nvSpPr>
        <p:spPr>
          <a:xfrm rot="5400000">
            <a:off x="8303133" y="1267045"/>
            <a:ext cx="10486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F766F6-9039-2961-FFF5-FD49E4B4B443}"/>
              </a:ext>
            </a:extLst>
          </p:cNvPr>
          <p:cNvSpPr txBox="1"/>
          <p:nvPr/>
        </p:nvSpPr>
        <p:spPr>
          <a:xfrm rot="5400000">
            <a:off x="8311147" y="2205227"/>
            <a:ext cx="1032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Application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9912E9-E47E-57B6-DB46-50C8E77AE65A}"/>
              </a:ext>
            </a:extLst>
          </p:cNvPr>
          <p:cNvSpPr txBox="1"/>
          <p:nvPr/>
        </p:nvSpPr>
        <p:spPr>
          <a:xfrm rot="5400000">
            <a:off x="8523546" y="2952171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87B242-190F-6329-5DC5-081223C1D3BC}"/>
              </a:ext>
            </a:extLst>
          </p:cNvPr>
          <p:cNvSpPr txBox="1"/>
          <p:nvPr/>
        </p:nvSpPr>
        <p:spPr>
          <a:xfrm rot="5400000">
            <a:off x="8428969" y="3581294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9E86A7-1A86-C687-F360-394B45B5C369}"/>
              </a:ext>
            </a:extLst>
          </p:cNvPr>
          <p:cNvSpPr txBox="1"/>
          <p:nvPr/>
        </p:nvSpPr>
        <p:spPr>
          <a:xfrm rot="5400000">
            <a:off x="8416145" y="4317816"/>
            <a:ext cx="8226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4EFBBB-0233-A763-FBED-106093134ED8}"/>
              </a:ext>
            </a:extLst>
          </p:cNvPr>
          <p:cNvSpPr txBox="1"/>
          <p:nvPr/>
        </p:nvSpPr>
        <p:spPr>
          <a:xfrm>
            <a:off x="870708" y="937730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the Dataset</a:t>
            </a:r>
          </a:p>
        </p:txBody>
      </p:sp>
    </p:spTree>
    <p:extLst>
      <p:ext uri="{BB962C8B-B14F-4D97-AF65-F5344CB8AC3E}">
        <p14:creationId xmlns:p14="http://schemas.microsoft.com/office/powerpoint/2010/main" val="2125398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F4F81-ED7D-2257-4DEF-EA480272C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93180-7D43-9B5A-2B37-16436EAE7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9" y="114298"/>
            <a:ext cx="3238648" cy="554419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02 Methodology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D8718-2CB1-1376-110E-1F0B88FC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77354" y="4584679"/>
            <a:ext cx="2133600" cy="273844"/>
          </a:xfrm>
        </p:spPr>
        <p:txBody>
          <a:bodyPr/>
          <a:lstStyle/>
          <a:p>
            <a:fld id="{8E6562B1-0B0F-0246-9532-09536BC2AE59}" type="slidenum">
              <a:rPr lang="en-US" smtClean="0"/>
              <a:t>8</a:t>
            </a:fld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FBC5C14-97E4-6575-58CB-EAC9B6EFC84F}"/>
              </a:ext>
            </a:extLst>
          </p:cNvPr>
          <p:cNvCxnSpPr>
            <a:cxnSpLocks/>
          </p:cNvCxnSpPr>
          <p:nvPr/>
        </p:nvCxnSpPr>
        <p:spPr>
          <a:xfrm>
            <a:off x="0" y="712002"/>
            <a:ext cx="9144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516A49C2-4993-81CB-5975-1D5D2AB2240B}"/>
              </a:ext>
            </a:extLst>
          </p:cNvPr>
          <p:cNvSpPr/>
          <p:nvPr/>
        </p:nvSpPr>
        <p:spPr>
          <a:xfrm>
            <a:off x="8510954" y="0"/>
            <a:ext cx="633046" cy="4879340"/>
          </a:xfrm>
          <a:prstGeom prst="rect">
            <a:avLst/>
          </a:prstGeom>
          <a:solidFill>
            <a:srgbClr val="025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ardrop 17">
            <a:extLst>
              <a:ext uri="{FF2B5EF4-FFF2-40B4-BE49-F238E27FC236}">
                <a16:creationId xmlns:a16="http://schemas.microsoft.com/office/drawing/2014/main" id="{0328C977-F5EF-C33D-0002-0189B2FE8F95}"/>
              </a:ext>
            </a:extLst>
          </p:cNvPr>
          <p:cNvSpPr/>
          <p:nvPr/>
        </p:nvSpPr>
        <p:spPr>
          <a:xfrm>
            <a:off x="559485" y="995841"/>
            <a:ext cx="311223" cy="311222"/>
          </a:xfrm>
          <a:prstGeom prst="teardrop">
            <a:avLst/>
          </a:prstGeom>
          <a:solidFill>
            <a:srgbClr val="181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anchor="ctr">
            <a:normAutofit fontScale="55000" lnSpcReduction="2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en-US" b="1" spc="-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A858D7-6A2C-7D51-166B-0E7F23286A62}"/>
              </a:ext>
            </a:extLst>
          </p:cNvPr>
          <p:cNvSpPr txBox="1"/>
          <p:nvPr/>
        </p:nvSpPr>
        <p:spPr>
          <a:xfrm rot="5400000">
            <a:off x="8388092" y="385128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FEA8F2-0833-8334-299F-672ED59A2FA7}"/>
              </a:ext>
            </a:extLst>
          </p:cNvPr>
          <p:cNvSpPr txBox="1"/>
          <p:nvPr/>
        </p:nvSpPr>
        <p:spPr>
          <a:xfrm rot="5400000">
            <a:off x="8303133" y="1267045"/>
            <a:ext cx="10486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DEB367-29B1-2841-C832-D63E4501D65F}"/>
              </a:ext>
            </a:extLst>
          </p:cNvPr>
          <p:cNvSpPr txBox="1"/>
          <p:nvPr/>
        </p:nvSpPr>
        <p:spPr>
          <a:xfrm rot="5400000">
            <a:off x="8311147" y="2205227"/>
            <a:ext cx="1032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Application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DDCD4C-D4B9-8A32-14A5-C5304A765D05}"/>
              </a:ext>
            </a:extLst>
          </p:cNvPr>
          <p:cNvSpPr txBox="1"/>
          <p:nvPr/>
        </p:nvSpPr>
        <p:spPr>
          <a:xfrm rot="5400000">
            <a:off x="8523546" y="2952171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3D933F-7C5D-C273-86E0-1C1AFFECC723}"/>
              </a:ext>
            </a:extLst>
          </p:cNvPr>
          <p:cNvSpPr txBox="1"/>
          <p:nvPr/>
        </p:nvSpPr>
        <p:spPr>
          <a:xfrm rot="5400000">
            <a:off x="8428969" y="3581294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0557DF-FE6A-4263-B6DA-E3B54799D0E8}"/>
              </a:ext>
            </a:extLst>
          </p:cNvPr>
          <p:cNvSpPr txBox="1"/>
          <p:nvPr/>
        </p:nvSpPr>
        <p:spPr>
          <a:xfrm rot="5400000">
            <a:off x="8416145" y="4317816"/>
            <a:ext cx="8226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C1B431-F759-50A5-2F19-D3E81933A3A7}"/>
              </a:ext>
            </a:extLst>
          </p:cNvPr>
          <p:cNvSpPr txBox="1"/>
          <p:nvPr/>
        </p:nvSpPr>
        <p:spPr>
          <a:xfrm>
            <a:off x="870708" y="937730"/>
            <a:ext cx="1155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</a:p>
        </p:txBody>
      </p:sp>
    </p:spTree>
    <p:extLst>
      <p:ext uri="{BB962C8B-B14F-4D97-AF65-F5344CB8AC3E}">
        <p14:creationId xmlns:p14="http://schemas.microsoft.com/office/powerpoint/2010/main" val="220836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47EFA-8B24-0F79-E674-F573845AC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42F6A-FE37-8811-4581-9A071FA4F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9" y="114298"/>
            <a:ext cx="3238648" cy="554419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03 AI Application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D9647-3B4F-9B7A-7692-8728F2C9A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77354" y="4584679"/>
            <a:ext cx="2133600" cy="273844"/>
          </a:xfrm>
        </p:spPr>
        <p:txBody>
          <a:bodyPr/>
          <a:lstStyle/>
          <a:p>
            <a:fld id="{8E6562B1-0B0F-0246-9532-09536BC2AE59}" type="slidenum">
              <a:rPr lang="en-US" smtClean="0"/>
              <a:t>9</a:t>
            </a:fld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73CFC4D-2056-805E-9AAF-7EDB5B7BD407}"/>
              </a:ext>
            </a:extLst>
          </p:cNvPr>
          <p:cNvCxnSpPr>
            <a:cxnSpLocks/>
          </p:cNvCxnSpPr>
          <p:nvPr/>
        </p:nvCxnSpPr>
        <p:spPr>
          <a:xfrm>
            <a:off x="0" y="712002"/>
            <a:ext cx="9144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2CEC2F-47CF-51BD-8112-147E34A7DC32}"/>
              </a:ext>
            </a:extLst>
          </p:cNvPr>
          <p:cNvSpPr/>
          <p:nvPr/>
        </p:nvSpPr>
        <p:spPr>
          <a:xfrm>
            <a:off x="8510954" y="0"/>
            <a:ext cx="633046" cy="4879340"/>
          </a:xfrm>
          <a:prstGeom prst="rect">
            <a:avLst/>
          </a:prstGeom>
          <a:solidFill>
            <a:srgbClr val="025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ardrop 17">
            <a:extLst>
              <a:ext uri="{FF2B5EF4-FFF2-40B4-BE49-F238E27FC236}">
                <a16:creationId xmlns:a16="http://schemas.microsoft.com/office/drawing/2014/main" id="{CA23A1C2-EBC2-CAD2-8E99-BB10F4B4BF2C}"/>
              </a:ext>
            </a:extLst>
          </p:cNvPr>
          <p:cNvSpPr/>
          <p:nvPr/>
        </p:nvSpPr>
        <p:spPr>
          <a:xfrm>
            <a:off x="559485" y="995841"/>
            <a:ext cx="311223" cy="311222"/>
          </a:xfrm>
          <a:prstGeom prst="teardrop">
            <a:avLst/>
          </a:prstGeom>
          <a:solidFill>
            <a:srgbClr val="181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anchor="ctr">
            <a:normAutofit fontScale="55000" lnSpcReduction="2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en-US" b="1" spc="-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64AF20-A885-1C9A-FE81-80305FFD3CDD}"/>
              </a:ext>
            </a:extLst>
          </p:cNvPr>
          <p:cNvSpPr txBox="1"/>
          <p:nvPr/>
        </p:nvSpPr>
        <p:spPr>
          <a:xfrm rot="5400000">
            <a:off x="8388092" y="385128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A7A3D1-BCC3-4F10-7F12-FA61C026AC3D}"/>
              </a:ext>
            </a:extLst>
          </p:cNvPr>
          <p:cNvSpPr txBox="1"/>
          <p:nvPr/>
        </p:nvSpPr>
        <p:spPr>
          <a:xfrm rot="5400000">
            <a:off x="8356032" y="1274739"/>
            <a:ext cx="9428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FD161F-49C3-9AB6-BAF5-C2EA9B6A6DE9}"/>
              </a:ext>
            </a:extLst>
          </p:cNvPr>
          <p:cNvSpPr txBox="1"/>
          <p:nvPr/>
        </p:nvSpPr>
        <p:spPr>
          <a:xfrm rot="5400000">
            <a:off x="8287102" y="2205227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Application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3AE515-849F-1628-9D9D-14E528CD4C64}"/>
              </a:ext>
            </a:extLst>
          </p:cNvPr>
          <p:cNvSpPr txBox="1"/>
          <p:nvPr/>
        </p:nvSpPr>
        <p:spPr>
          <a:xfrm rot="5400000">
            <a:off x="8523546" y="2952171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05498C-07E0-DCE9-E315-9A095F9C1EDF}"/>
              </a:ext>
            </a:extLst>
          </p:cNvPr>
          <p:cNvSpPr txBox="1"/>
          <p:nvPr/>
        </p:nvSpPr>
        <p:spPr>
          <a:xfrm rot="5400000">
            <a:off x="8428969" y="3581294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844BF3-BC82-4D32-A123-BE7F74A6FE0B}"/>
              </a:ext>
            </a:extLst>
          </p:cNvPr>
          <p:cNvSpPr txBox="1"/>
          <p:nvPr/>
        </p:nvSpPr>
        <p:spPr>
          <a:xfrm rot="5400000">
            <a:off x="8416145" y="4317816"/>
            <a:ext cx="8226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1E9B38-76F3-DE66-7C09-C105381F00E2}"/>
              </a:ext>
            </a:extLst>
          </p:cNvPr>
          <p:cNvSpPr txBox="1"/>
          <p:nvPr/>
        </p:nvSpPr>
        <p:spPr>
          <a:xfrm>
            <a:off x="870708" y="937730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S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390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6C103-8E6B-FB59-53B9-86C5750B0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9D573-F488-59A9-9DB4-99799600D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9" y="114298"/>
            <a:ext cx="3238648" cy="554419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03 AI Application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C60F6-C9D3-E56E-D615-A867D0722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77354" y="4584679"/>
            <a:ext cx="2133600" cy="273844"/>
          </a:xfrm>
        </p:spPr>
        <p:txBody>
          <a:bodyPr/>
          <a:lstStyle/>
          <a:p>
            <a:fld id="{8E6562B1-0B0F-0246-9532-09536BC2AE59}" type="slidenum">
              <a:rPr lang="en-US" smtClean="0"/>
              <a:t>10</a:t>
            </a:fld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7F37A32-ACD8-98A7-84FA-C1FB0052DE48}"/>
              </a:ext>
            </a:extLst>
          </p:cNvPr>
          <p:cNvCxnSpPr>
            <a:cxnSpLocks/>
          </p:cNvCxnSpPr>
          <p:nvPr/>
        </p:nvCxnSpPr>
        <p:spPr>
          <a:xfrm>
            <a:off x="0" y="712002"/>
            <a:ext cx="9144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DF53BF-62AE-D657-78C8-071493FC988E}"/>
              </a:ext>
            </a:extLst>
          </p:cNvPr>
          <p:cNvSpPr/>
          <p:nvPr/>
        </p:nvSpPr>
        <p:spPr>
          <a:xfrm>
            <a:off x="8510954" y="0"/>
            <a:ext cx="633046" cy="4879340"/>
          </a:xfrm>
          <a:prstGeom prst="rect">
            <a:avLst/>
          </a:prstGeom>
          <a:solidFill>
            <a:srgbClr val="025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ardrop 17">
            <a:extLst>
              <a:ext uri="{FF2B5EF4-FFF2-40B4-BE49-F238E27FC236}">
                <a16:creationId xmlns:a16="http://schemas.microsoft.com/office/drawing/2014/main" id="{363BABCA-60B7-1596-9B64-F1B28669C8C8}"/>
              </a:ext>
            </a:extLst>
          </p:cNvPr>
          <p:cNvSpPr/>
          <p:nvPr/>
        </p:nvSpPr>
        <p:spPr>
          <a:xfrm>
            <a:off x="559485" y="995841"/>
            <a:ext cx="311223" cy="311222"/>
          </a:xfrm>
          <a:prstGeom prst="teardrop">
            <a:avLst/>
          </a:prstGeom>
          <a:solidFill>
            <a:srgbClr val="181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anchor="ctr">
            <a:normAutofit fontScale="55000" lnSpcReduction="2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en-US" b="1" spc="-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ED7A61-BAD4-6517-239A-0C07F94FD7D9}"/>
              </a:ext>
            </a:extLst>
          </p:cNvPr>
          <p:cNvSpPr txBox="1"/>
          <p:nvPr/>
        </p:nvSpPr>
        <p:spPr>
          <a:xfrm rot="5400000">
            <a:off x="8388092" y="385128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A9F612-7E73-53BC-1C79-13141FB17762}"/>
              </a:ext>
            </a:extLst>
          </p:cNvPr>
          <p:cNvSpPr txBox="1"/>
          <p:nvPr/>
        </p:nvSpPr>
        <p:spPr>
          <a:xfrm rot="5400000">
            <a:off x="8356032" y="1274739"/>
            <a:ext cx="9428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F34EA3-C361-F1EB-276A-E288A3469EB1}"/>
              </a:ext>
            </a:extLst>
          </p:cNvPr>
          <p:cNvSpPr txBox="1"/>
          <p:nvPr/>
        </p:nvSpPr>
        <p:spPr>
          <a:xfrm rot="5400000">
            <a:off x="8287102" y="2205227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Application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E8DE10-FE9B-2F08-6037-D719FCF758CE}"/>
              </a:ext>
            </a:extLst>
          </p:cNvPr>
          <p:cNvSpPr txBox="1"/>
          <p:nvPr/>
        </p:nvSpPr>
        <p:spPr>
          <a:xfrm rot="5400000">
            <a:off x="8523546" y="2952171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CE078D-E5B9-12FF-B921-766DA80B16B0}"/>
              </a:ext>
            </a:extLst>
          </p:cNvPr>
          <p:cNvSpPr txBox="1"/>
          <p:nvPr/>
        </p:nvSpPr>
        <p:spPr>
          <a:xfrm rot="5400000">
            <a:off x="8428969" y="3581294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1CEA15-B827-175E-EC54-93C53416F765}"/>
              </a:ext>
            </a:extLst>
          </p:cNvPr>
          <p:cNvSpPr txBox="1"/>
          <p:nvPr/>
        </p:nvSpPr>
        <p:spPr>
          <a:xfrm rot="5400000">
            <a:off x="8416145" y="4317816"/>
            <a:ext cx="8226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941C50-DCD0-7748-2B3C-96608B4BAE6F}"/>
              </a:ext>
            </a:extLst>
          </p:cNvPr>
          <p:cNvSpPr txBox="1"/>
          <p:nvPr/>
        </p:nvSpPr>
        <p:spPr>
          <a:xfrm>
            <a:off x="870708" y="937730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Parameters</a:t>
            </a:r>
          </a:p>
        </p:txBody>
      </p:sp>
    </p:spTree>
    <p:extLst>
      <p:ext uri="{BB962C8B-B14F-4D97-AF65-F5344CB8AC3E}">
        <p14:creationId xmlns:p14="http://schemas.microsoft.com/office/powerpoint/2010/main" val="1211655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3CCBD-DFEF-52A7-56E7-2E2AA5B86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51561-66BA-CF4A-2E3E-7B845DB92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9" y="114298"/>
            <a:ext cx="3238648" cy="554419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03 AI Application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4FC3C-1186-D51F-2B8E-D00EB6FC2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77354" y="4584679"/>
            <a:ext cx="2133600" cy="273844"/>
          </a:xfrm>
        </p:spPr>
        <p:txBody>
          <a:bodyPr/>
          <a:lstStyle/>
          <a:p>
            <a:fld id="{8E6562B1-0B0F-0246-9532-09536BC2AE59}" type="slidenum">
              <a:rPr lang="en-US" smtClean="0"/>
              <a:t>11</a:t>
            </a:fld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BA970B7-74B9-0E0C-8243-E5D8574F9621}"/>
              </a:ext>
            </a:extLst>
          </p:cNvPr>
          <p:cNvCxnSpPr>
            <a:cxnSpLocks/>
          </p:cNvCxnSpPr>
          <p:nvPr/>
        </p:nvCxnSpPr>
        <p:spPr>
          <a:xfrm>
            <a:off x="0" y="712002"/>
            <a:ext cx="9144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2D9B95-1B84-39E7-8CB5-8F8A90660DED}"/>
              </a:ext>
            </a:extLst>
          </p:cNvPr>
          <p:cNvSpPr/>
          <p:nvPr/>
        </p:nvSpPr>
        <p:spPr>
          <a:xfrm>
            <a:off x="8510954" y="0"/>
            <a:ext cx="633046" cy="4879340"/>
          </a:xfrm>
          <a:prstGeom prst="rect">
            <a:avLst/>
          </a:prstGeom>
          <a:solidFill>
            <a:srgbClr val="025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ardrop 17">
            <a:extLst>
              <a:ext uri="{FF2B5EF4-FFF2-40B4-BE49-F238E27FC236}">
                <a16:creationId xmlns:a16="http://schemas.microsoft.com/office/drawing/2014/main" id="{0EA689CF-FF13-41DC-F407-58D8B69EB431}"/>
              </a:ext>
            </a:extLst>
          </p:cNvPr>
          <p:cNvSpPr/>
          <p:nvPr/>
        </p:nvSpPr>
        <p:spPr>
          <a:xfrm>
            <a:off x="559485" y="995841"/>
            <a:ext cx="311223" cy="311222"/>
          </a:xfrm>
          <a:prstGeom prst="teardrop">
            <a:avLst/>
          </a:prstGeom>
          <a:solidFill>
            <a:srgbClr val="181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anchor="ctr">
            <a:normAutofit fontScale="55000" lnSpcReduction="2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en-US" b="1" spc="-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759E67-D2FC-C4C2-A9AA-25040CD996B9}"/>
              </a:ext>
            </a:extLst>
          </p:cNvPr>
          <p:cNvSpPr txBox="1"/>
          <p:nvPr/>
        </p:nvSpPr>
        <p:spPr>
          <a:xfrm rot="5400000">
            <a:off x="8388092" y="385128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D5ED28-B1C7-A365-F059-DF772F12272A}"/>
              </a:ext>
            </a:extLst>
          </p:cNvPr>
          <p:cNvSpPr txBox="1"/>
          <p:nvPr/>
        </p:nvSpPr>
        <p:spPr>
          <a:xfrm rot="5400000">
            <a:off x="8356032" y="1274739"/>
            <a:ext cx="9428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31A017-4666-5E2B-A5B5-7D1518E6D368}"/>
              </a:ext>
            </a:extLst>
          </p:cNvPr>
          <p:cNvSpPr txBox="1"/>
          <p:nvPr/>
        </p:nvSpPr>
        <p:spPr>
          <a:xfrm rot="5400000">
            <a:off x="8287102" y="2205227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Application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EA36BA-52FB-7E1A-FE32-F408A841DFE0}"/>
              </a:ext>
            </a:extLst>
          </p:cNvPr>
          <p:cNvSpPr txBox="1"/>
          <p:nvPr/>
        </p:nvSpPr>
        <p:spPr>
          <a:xfrm rot="5400000">
            <a:off x="8523546" y="2952171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BABE94-C8A6-3C7E-FDC5-793E0F235339}"/>
              </a:ext>
            </a:extLst>
          </p:cNvPr>
          <p:cNvSpPr txBox="1"/>
          <p:nvPr/>
        </p:nvSpPr>
        <p:spPr>
          <a:xfrm rot="5400000">
            <a:off x="8428969" y="3581294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F305AA-DECE-E03B-9D9D-13A6AEE55024}"/>
              </a:ext>
            </a:extLst>
          </p:cNvPr>
          <p:cNvSpPr txBox="1"/>
          <p:nvPr/>
        </p:nvSpPr>
        <p:spPr>
          <a:xfrm rot="5400000">
            <a:off x="8416145" y="4317816"/>
            <a:ext cx="8226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8D322E-6186-4C1F-B8CD-6723ACACE66C}"/>
              </a:ext>
            </a:extLst>
          </p:cNvPr>
          <p:cNvSpPr txBox="1"/>
          <p:nvPr/>
        </p:nvSpPr>
        <p:spPr>
          <a:xfrm>
            <a:off x="870708" y="937730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Models </a:t>
            </a:r>
          </a:p>
        </p:txBody>
      </p:sp>
    </p:spTree>
    <p:extLst>
      <p:ext uri="{BB962C8B-B14F-4D97-AF65-F5344CB8AC3E}">
        <p14:creationId xmlns:p14="http://schemas.microsoft.com/office/powerpoint/2010/main" val="3833664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2225D-6047-29AB-5998-6B86B367D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5A0BF-2B84-8CFF-CBB7-DC926978A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9" y="114298"/>
            <a:ext cx="3238648" cy="554419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03 AI Application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703FC-8D08-CDEA-0E7C-0EACE28E8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77354" y="4584679"/>
            <a:ext cx="2133600" cy="273844"/>
          </a:xfrm>
        </p:spPr>
        <p:txBody>
          <a:bodyPr/>
          <a:lstStyle/>
          <a:p>
            <a:fld id="{8E6562B1-0B0F-0246-9532-09536BC2AE59}" type="slidenum">
              <a:rPr lang="en-US" smtClean="0"/>
              <a:t>12</a:t>
            </a:fld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FBBF38C-951A-E4B7-3783-A279E46BA5D5}"/>
              </a:ext>
            </a:extLst>
          </p:cNvPr>
          <p:cNvCxnSpPr>
            <a:cxnSpLocks/>
          </p:cNvCxnSpPr>
          <p:nvPr/>
        </p:nvCxnSpPr>
        <p:spPr>
          <a:xfrm>
            <a:off x="0" y="712002"/>
            <a:ext cx="9144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5697B2-C90F-9066-D1B7-989CF25D5FE3}"/>
              </a:ext>
            </a:extLst>
          </p:cNvPr>
          <p:cNvSpPr/>
          <p:nvPr/>
        </p:nvSpPr>
        <p:spPr>
          <a:xfrm>
            <a:off x="8510954" y="0"/>
            <a:ext cx="633046" cy="4879340"/>
          </a:xfrm>
          <a:prstGeom prst="rect">
            <a:avLst/>
          </a:prstGeom>
          <a:solidFill>
            <a:srgbClr val="025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ardrop 17">
            <a:extLst>
              <a:ext uri="{FF2B5EF4-FFF2-40B4-BE49-F238E27FC236}">
                <a16:creationId xmlns:a16="http://schemas.microsoft.com/office/drawing/2014/main" id="{66CB294B-3264-9096-334F-3EBDCB55E57E}"/>
              </a:ext>
            </a:extLst>
          </p:cNvPr>
          <p:cNvSpPr/>
          <p:nvPr/>
        </p:nvSpPr>
        <p:spPr>
          <a:xfrm>
            <a:off x="559485" y="995841"/>
            <a:ext cx="311223" cy="311222"/>
          </a:xfrm>
          <a:prstGeom prst="teardrop">
            <a:avLst/>
          </a:prstGeom>
          <a:solidFill>
            <a:srgbClr val="181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anchor="ctr">
            <a:normAutofit fontScale="55000" lnSpcReduction="2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en-US" b="1" spc="-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E008A0-D52C-BF35-EF13-081021D2FB22}"/>
              </a:ext>
            </a:extLst>
          </p:cNvPr>
          <p:cNvSpPr txBox="1"/>
          <p:nvPr/>
        </p:nvSpPr>
        <p:spPr>
          <a:xfrm rot="5400000">
            <a:off x="8388092" y="385128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039CD6-274D-8135-673B-26A04AE1C5F8}"/>
              </a:ext>
            </a:extLst>
          </p:cNvPr>
          <p:cNvSpPr txBox="1"/>
          <p:nvPr/>
        </p:nvSpPr>
        <p:spPr>
          <a:xfrm rot="5400000">
            <a:off x="8356032" y="1274739"/>
            <a:ext cx="9428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03D6BD-FC2C-1F2D-6716-8E111EE368E8}"/>
              </a:ext>
            </a:extLst>
          </p:cNvPr>
          <p:cNvSpPr txBox="1"/>
          <p:nvPr/>
        </p:nvSpPr>
        <p:spPr>
          <a:xfrm rot="5400000">
            <a:off x="8287102" y="2205227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Application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7159A7-2980-1C5C-A36C-46E66BC9E6DD}"/>
              </a:ext>
            </a:extLst>
          </p:cNvPr>
          <p:cNvSpPr txBox="1"/>
          <p:nvPr/>
        </p:nvSpPr>
        <p:spPr>
          <a:xfrm rot="5400000">
            <a:off x="8523546" y="2952171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FB5C2C-5C22-A92B-F77B-1189F648E37D}"/>
              </a:ext>
            </a:extLst>
          </p:cNvPr>
          <p:cNvSpPr txBox="1"/>
          <p:nvPr/>
        </p:nvSpPr>
        <p:spPr>
          <a:xfrm rot="5400000">
            <a:off x="8428969" y="3581294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BAA057-D595-210D-6A6A-87751E409B08}"/>
              </a:ext>
            </a:extLst>
          </p:cNvPr>
          <p:cNvSpPr txBox="1"/>
          <p:nvPr/>
        </p:nvSpPr>
        <p:spPr>
          <a:xfrm rot="5400000">
            <a:off x="8416145" y="4317816"/>
            <a:ext cx="8226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48C935-4D1C-A1A4-C8BE-5AEC59739CD7}"/>
              </a:ext>
            </a:extLst>
          </p:cNvPr>
          <p:cNvSpPr txBox="1"/>
          <p:nvPr/>
        </p:nvSpPr>
        <p:spPr>
          <a:xfrm>
            <a:off x="870708" y="937730"/>
            <a:ext cx="1734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Architecture</a:t>
            </a:r>
          </a:p>
        </p:txBody>
      </p:sp>
    </p:spTree>
    <p:extLst>
      <p:ext uri="{BB962C8B-B14F-4D97-AF65-F5344CB8AC3E}">
        <p14:creationId xmlns:p14="http://schemas.microsoft.com/office/powerpoint/2010/main" val="999709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34E28-7838-E2DA-F1DA-A3A64C743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5961F-5949-AE6D-5FA8-49FCAD8CC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9" y="114298"/>
            <a:ext cx="3238648" cy="554419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04 Results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2C804-7856-BBFE-3EDE-9559B2FE2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77354" y="4584679"/>
            <a:ext cx="2133600" cy="273844"/>
          </a:xfrm>
        </p:spPr>
        <p:txBody>
          <a:bodyPr/>
          <a:lstStyle/>
          <a:p>
            <a:fld id="{8E6562B1-0B0F-0246-9532-09536BC2AE59}" type="slidenum">
              <a:rPr lang="en-US" smtClean="0"/>
              <a:t>13</a:t>
            </a:fld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63C28E0-5B15-9EDD-EB0F-9C5F1403FECC}"/>
              </a:ext>
            </a:extLst>
          </p:cNvPr>
          <p:cNvCxnSpPr>
            <a:cxnSpLocks/>
          </p:cNvCxnSpPr>
          <p:nvPr/>
        </p:nvCxnSpPr>
        <p:spPr>
          <a:xfrm>
            <a:off x="0" y="712002"/>
            <a:ext cx="9144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F0D9CF-AF18-59F7-FD6B-080B63C42DCF}"/>
              </a:ext>
            </a:extLst>
          </p:cNvPr>
          <p:cNvSpPr/>
          <p:nvPr/>
        </p:nvSpPr>
        <p:spPr>
          <a:xfrm>
            <a:off x="8510954" y="0"/>
            <a:ext cx="633046" cy="4879340"/>
          </a:xfrm>
          <a:prstGeom prst="rect">
            <a:avLst/>
          </a:prstGeom>
          <a:solidFill>
            <a:srgbClr val="025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ardrop 17">
            <a:extLst>
              <a:ext uri="{FF2B5EF4-FFF2-40B4-BE49-F238E27FC236}">
                <a16:creationId xmlns:a16="http://schemas.microsoft.com/office/drawing/2014/main" id="{7A1FA3E3-D6D4-5D66-A02E-B14A629A1A36}"/>
              </a:ext>
            </a:extLst>
          </p:cNvPr>
          <p:cNvSpPr/>
          <p:nvPr/>
        </p:nvSpPr>
        <p:spPr>
          <a:xfrm>
            <a:off x="559485" y="995841"/>
            <a:ext cx="311223" cy="311222"/>
          </a:xfrm>
          <a:prstGeom prst="teardrop">
            <a:avLst/>
          </a:prstGeom>
          <a:solidFill>
            <a:srgbClr val="181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anchor="ctr">
            <a:normAutofit fontScale="55000" lnSpcReduction="2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en-US" b="1" spc="-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F69E0F-CC99-76BC-7F92-41BD68975DA2}"/>
              </a:ext>
            </a:extLst>
          </p:cNvPr>
          <p:cNvSpPr txBox="1"/>
          <p:nvPr/>
        </p:nvSpPr>
        <p:spPr>
          <a:xfrm rot="5400000">
            <a:off x="8388092" y="385128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821F48-F98D-CE27-00BF-D75F10D5A025}"/>
              </a:ext>
            </a:extLst>
          </p:cNvPr>
          <p:cNvSpPr txBox="1"/>
          <p:nvPr/>
        </p:nvSpPr>
        <p:spPr>
          <a:xfrm rot="5400000">
            <a:off x="8356032" y="1274739"/>
            <a:ext cx="9428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E576D5-95BA-9591-2884-D565C84E4742}"/>
              </a:ext>
            </a:extLst>
          </p:cNvPr>
          <p:cNvSpPr txBox="1"/>
          <p:nvPr/>
        </p:nvSpPr>
        <p:spPr>
          <a:xfrm rot="5400000">
            <a:off x="8311147" y="2205227"/>
            <a:ext cx="1032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Application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1CC73C-7271-8629-219E-ABD5801EA961}"/>
              </a:ext>
            </a:extLst>
          </p:cNvPr>
          <p:cNvSpPr txBox="1"/>
          <p:nvPr/>
        </p:nvSpPr>
        <p:spPr>
          <a:xfrm rot="5400000">
            <a:off x="8496296" y="2944477"/>
            <a:ext cx="6623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0DB634-6A9F-2495-CBFF-638DAC0C78D0}"/>
              </a:ext>
            </a:extLst>
          </p:cNvPr>
          <p:cNvSpPr txBox="1"/>
          <p:nvPr/>
        </p:nvSpPr>
        <p:spPr>
          <a:xfrm rot="5400000">
            <a:off x="8428969" y="3581294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E4235B-3229-99C8-935D-5F52368E43FB}"/>
              </a:ext>
            </a:extLst>
          </p:cNvPr>
          <p:cNvSpPr txBox="1"/>
          <p:nvPr/>
        </p:nvSpPr>
        <p:spPr>
          <a:xfrm rot="5400000">
            <a:off x="8416145" y="4317816"/>
            <a:ext cx="8226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8D0D39-468E-6229-0CEA-F64D9391CEBD}"/>
              </a:ext>
            </a:extLst>
          </p:cNvPr>
          <p:cNvSpPr txBox="1"/>
          <p:nvPr/>
        </p:nvSpPr>
        <p:spPr>
          <a:xfrm>
            <a:off x="870708" y="937730"/>
            <a:ext cx="2576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the models</a:t>
            </a:r>
          </a:p>
        </p:txBody>
      </p:sp>
    </p:spTree>
    <p:extLst>
      <p:ext uri="{BB962C8B-B14F-4D97-AF65-F5344CB8AC3E}">
        <p14:creationId xmlns:p14="http://schemas.microsoft.com/office/powerpoint/2010/main" val="13432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682E0-3E72-0E25-09F1-7A9996DEF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4EB73-66DF-111F-3E09-71FE79F65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9" y="114298"/>
            <a:ext cx="3238648" cy="554419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04 Results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CB2E3-F03C-2AB7-DAF9-D70B78504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77354" y="4584679"/>
            <a:ext cx="2133600" cy="273844"/>
          </a:xfrm>
        </p:spPr>
        <p:txBody>
          <a:bodyPr/>
          <a:lstStyle/>
          <a:p>
            <a:fld id="{8E6562B1-0B0F-0246-9532-09536BC2AE59}" type="slidenum">
              <a:rPr lang="en-US" smtClean="0"/>
              <a:t>14</a:t>
            </a:fld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F43E73B-610A-1460-3B87-94885F6226B4}"/>
              </a:ext>
            </a:extLst>
          </p:cNvPr>
          <p:cNvCxnSpPr>
            <a:cxnSpLocks/>
          </p:cNvCxnSpPr>
          <p:nvPr/>
        </p:nvCxnSpPr>
        <p:spPr>
          <a:xfrm>
            <a:off x="0" y="712002"/>
            <a:ext cx="9144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07F9E4CB-9049-9725-7A30-3B84794AC47C}"/>
              </a:ext>
            </a:extLst>
          </p:cNvPr>
          <p:cNvSpPr/>
          <p:nvPr/>
        </p:nvSpPr>
        <p:spPr>
          <a:xfrm>
            <a:off x="8510954" y="0"/>
            <a:ext cx="633046" cy="4879340"/>
          </a:xfrm>
          <a:prstGeom prst="rect">
            <a:avLst/>
          </a:prstGeom>
          <a:solidFill>
            <a:srgbClr val="025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ardrop 17">
            <a:extLst>
              <a:ext uri="{FF2B5EF4-FFF2-40B4-BE49-F238E27FC236}">
                <a16:creationId xmlns:a16="http://schemas.microsoft.com/office/drawing/2014/main" id="{04D1A79B-5701-1FE1-BB6E-0A382A09EBB7}"/>
              </a:ext>
            </a:extLst>
          </p:cNvPr>
          <p:cNvSpPr/>
          <p:nvPr/>
        </p:nvSpPr>
        <p:spPr>
          <a:xfrm>
            <a:off x="559485" y="995841"/>
            <a:ext cx="311223" cy="311222"/>
          </a:xfrm>
          <a:prstGeom prst="teardrop">
            <a:avLst/>
          </a:prstGeom>
          <a:solidFill>
            <a:srgbClr val="181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anchor="ctr">
            <a:normAutofit fontScale="55000" lnSpcReduction="2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en-US" b="1" spc="-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9A3EB5-D3C1-27B6-2DA3-4DA808FCD093}"/>
              </a:ext>
            </a:extLst>
          </p:cNvPr>
          <p:cNvSpPr txBox="1"/>
          <p:nvPr/>
        </p:nvSpPr>
        <p:spPr>
          <a:xfrm rot="5400000">
            <a:off x="8388092" y="385128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F09FFD-9288-6E04-51E1-9DC83DD00E9E}"/>
              </a:ext>
            </a:extLst>
          </p:cNvPr>
          <p:cNvSpPr txBox="1"/>
          <p:nvPr/>
        </p:nvSpPr>
        <p:spPr>
          <a:xfrm rot="5400000">
            <a:off x="8356032" y="1274739"/>
            <a:ext cx="9428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BCADA6-189D-5699-7978-CAC03A738900}"/>
              </a:ext>
            </a:extLst>
          </p:cNvPr>
          <p:cNvSpPr txBox="1"/>
          <p:nvPr/>
        </p:nvSpPr>
        <p:spPr>
          <a:xfrm rot="5400000">
            <a:off x="8311147" y="2205227"/>
            <a:ext cx="1032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Application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4766D7-8D2D-58A9-D63C-73247F883495}"/>
              </a:ext>
            </a:extLst>
          </p:cNvPr>
          <p:cNvSpPr txBox="1"/>
          <p:nvPr/>
        </p:nvSpPr>
        <p:spPr>
          <a:xfrm rot="5400000">
            <a:off x="8496296" y="2944477"/>
            <a:ext cx="6623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63A992-647C-53D4-C0DB-6005B33A7571}"/>
              </a:ext>
            </a:extLst>
          </p:cNvPr>
          <p:cNvSpPr txBox="1"/>
          <p:nvPr/>
        </p:nvSpPr>
        <p:spPr>
          <a:xfrm rot="5400000">
            <a:off x="8428969" y="3581294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E85482-8131-ED08-9BF2-0BC055E68DDF}"/>
              </a:ext>
            </a:extLst>
          </p:cNvPr>
          <p:cNvSpPr txBox="1"/>
          <p:nvPr/>
        </p:nvSpPr>
        <p:spPr>
          <a:xfrm rot="5400000">
            <a:off x="8416145" y="4317816"/>
            <a:ext cx="8226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2ADD4C-0ACC-6A2F-C9F1-7DC9D24F4424}"/>
              </a:ext>
            </a:extLst>
          </p:cNvPr>
          <p:cNvSpPr txBox="1"/>
          <p:nvPr/>
        </p:nvSpPr>
        <p:spPr>
          <a:xfrm>
            <a:off x="870708" y="937730"/>
            <a:ext cx="1960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Results</a:t>
            </a:r>
          </a:p>
        </p:txBody>
      </p:sp>
    </p:spTree>
    <p:extLst>
      <p:ext uri="{BB962C8B-B14F-4D97-AF65-F5344CB8AC3E}">
        <p14:creationId xmlns:p14="http://schemas.microsoft.com/office/powerpoint/2010/main" val="3635135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92A34-321B-4823-198C-E6BEFABE4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18BD9-2DD1-B671-AFF5-9BDD92FDB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9" y="114298"/>
            <a:ext cx="3238648" cy="554419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05 Discussion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F7B9E-4C13-2068-8AB6-B8F8DD50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77354" y="4584679"/>
            <a:ext cx="2133600" cy="273844"/>
          </a:xfrm>
        </p:spPr>
        <p:txBody>
          <a:bodyPr/>
          <a:lstStyle/>
          <a:p>
            <a:fld id="{8E6562B1-0B0F-0246-9532-09536BC2AE59}" type="slidenum">
              <a:rPr lang="en-US" smtClean="0"/>
              <a:t>15</a:t>
            </a:fld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C5F07-FC17-0829-8BB2-14D4FB87E07C}"/>
              </a:ext>
            </a:extLst>
          </p:cNvPr>
          <p:cNvCxnSpPr>
            <a:cxnSpLocks/>
          </p:cNvCxnSpPr>
          <p:nvPr/>
        </p:nvCxnSpPr>
        <p:spPr>
          <a:xfrm>
            <a:off x="0" y="712002"/>
            <a:ext cx="9144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3AC1ECD4-B06D-1D9B-57A7-16BD0CD777D7}"/>
              </a:ext>
            </a:extLst>
          </p:cNvPr>
          <p:cNvSpPr/>
          <p:nvPr/>
        </p:nvSpPr>
        <p:spPr>
          <a:xfrm>
            <a:off x="8510954" y="0"/>
            <a:ext cx="633046" cy="4879340"/>
          </a:xfrm>
          <a:prstGeom prst="rect">
            <a:avLst/>
          </a:prstGeom>
          <a:solidFill>
            <a:srgbClr val="025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ardrop 17">
            <a:extLst>
              <a:ext uri="{FF2B5EF4-FFF2-40B4-BE49-F238E27FC236}">
                <a16:creationId xmlns:a16="http://schemas.microsoft.com/office/drawing/2014/main" id="{1FE0446E-93F9-C65A-69EB-A29DCDDA17C8}"/>
              </a:ext>
            </a:extLst>
          </p:cNvPr>
          <p:cNvSpPr/>
          <p:nvPr/>
        </p:nvSpPr>
        <p:spPr>
          <a:xfrm>
            <a:off x="559485" y="995841"/>
            <a:ext cx="311223" cy="311222"/>
          </a:xfrm>
          <a:prstGeom prst="teardrop">
            <a:avLst/>
          </a:prstGeom>
          <a:solidFill>
            <a:srgbClr val="181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anchor="ctr">
            <a:normAutofit fontScale="55000" lnSpcReduction="2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en-US" b="1" spc="-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8A0098-6258-BAB4-4089-3667A1849562}"/>
              </a:ext>
            </a:extLst>
          </p:cNvPr>
          <p:cNvSpPr txBox="1"/>
          <p:nvPr/>
        </p:nvSpPr>
        <p:spPr>
          <a:xfrm rot="5400000">
            <a:off x="8388092" y="385128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6846BB-CDB1-427E-EA84-BF74831021FD}"/>
              </a:ext>
            </a:extLst>
          </p:cNvPr>
          <p:cNvSpPr txBox="1"/>
          <p:nvPr/>
        </p:nvSpPr>
        <p:spPr>
          <a:xfrm rot="5400000">
            <a:off x="8356032" y="1274739"/>
            <a:ext cx="9428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D8413A-DBDD-6770-59CC-31A95049CD6F}"/>
              </a:ext>
            </a:extLst>
          </p:cNvPr>
          <p:cNvSpPr txBox="1"/>
          <p:nvPr/>
        </p:nvSpPr>
        <p:spPr>
          <a:xfrm rot="5400000">
            <a:off x="8311147" y="2205227"/>
            <a:ext cx="1032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Application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E6C876-A75E-19EA-972E-5E7B4C79CA5A}"/>
              </a:ext>
            </a:extLst>
          </p:cNvPr>
          <p:cNvSpPr txBox="1"/>
          <p:nvPr/>
        </p:nvSpPr>
        <p:spPr>
          <a:xfrm rot="5400000">
            <a:off x="8528356" y="2952171"/>
            <a:ext cx="5982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B6532F-BE12-5BFD-4AB3-0BD62B46D161}"/>
              </a:ext>
            </a:extLst>
          </p:cNvPr>
          <p:cNvSpPr txBox="1"/>
          <p:nvPr/>
        </p:nvSpPr>
        <p:spPr>
          <a:xfrm rot="5400000">
            <a:off x="8389695" y="3573600"/>
            <a:ext cx="8755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993968-4BAF-7601-9273-2FDE52FE35F9}"/>
              </a:ext>
            </a:extLst>
          </p:cNvPr>
          <p:cNvSpPr txBox="1"/>
          <p:nvPr/>
        </p:nvSpPr>
        <p:spPr>
          <a:xfrm rot="5400000">
            <a:off x="8416145" y="4317816"/>
            <a:ext cx="8226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3E5FA3-B52D-5C45-8962-EC8F84510092}"/>
              </a:ext>
            </a:extLst>
          </p:cNvPr>
          <p:cNvSpPr txBox="1"/>
          <p:nvPr/>
        </p:nvSpPr>
        <p:spPr>
          <a:xfrm>
            <a:off x="870708" y="937730"/>
            <a:ext cx="296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Challenges </a:t>
            </a:r>
          </a:p>
        </p:txBody>
      </p:sp>
    </p:spTree>
    <p:extLst>
      <p:ext uri="{BB962C8B-B14F-4D97-AF65-F5344CB8AC3E}">
        <p14:creationId xmlns:p14="http://schemas.microsoft.com/office/powerpoint/2010/main" val="2540188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0B3C0-F398-6ABD-409F-01DE5E487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E25D4-8F42-5AD3-3C61-38BF1C2E7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9" y="114298"/>
            <a:ext cx="3238648" cy="554419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05 Discussion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A4893-90F9-4550-A724-D19D6BC8A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77354" y="4584679"/>
            <a:ext cx="2133600" cy="273844"/>
          </a:xfrm>
        </p:spPr>
        <p:txBody>
          <a:bodyPr/>
          <a:lstStyle/>
          <a:p>
            <a:fld id="{8E6562B1-0B0F-0246-9532-09536BC2AE59}" type="slidenum">
              <a:rPr lang="en-US" smtClean="0"/>
              <a:t>16</a:t>
            </a:fld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CE90057-5110-B1A4-3EAE-ABA66A26FDC5}"/>
              </a:ext>
            </a:extLst>
          </p:cNvPr>
          <p:cNvCxnSpPr>
            <a:cxnSpLocks/>
          </p:cNvCxnSpPr>
          <p:nvPr/>
        </p:nvCxnSpPr>
        <p:spPr>
          <a:xfrm>
            <a:off x="0" y="712002"/>
            <a:ext cx="9144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FA9F88BE-6458-D94D-4DFA-F4D74AEE488F}"/>
              </a:ext>
            </a:extLst>
          </p:cNvPr>
          <p:cNvSpPr/>
          <p:nvPr/>
        </p:nvSpPr>
        <p:spPr>
          <a:xfrm>
            <a:off x="8510954" y="0"/>
            <a:ext cx="633046" cy="4879340"/>
          </a:xfrm>
          <a:prstGeom prst="rect">
            <a:avLst/>
          </a:prstGeom>
          <a:solidFill>
            <a:srgbClr val="025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ardrop 17">
            <a:extLst>
              <a:ext uri="{FF2B5EF4-FFF2-40B4-BE49-F238E27FC236}">
                <a16:creationId xmlns:a16="http://schemas.microsoft.com/office/drawing/2014/main" id="{2BB54BB6-6885-62F0-5C30-85D3DB5E465C}"/>
              </a:ext>
            </a:extLst>
          </p:cNvPr>
          <p:cNvSpPr/>
          <p:nvPr/>
        </p:nvSpPr>
        <p:spPr>
          <a:xfrm>
            <a:off x="559485" y="995841"/>
            <a:ext cx="311223" cy="311222"/>
          </a:xfrm>
          <a:prstGeom prst="teardrop">
            <a:avLst/>
          </a:prstGeom>
          <a:solidFill>
            <a:srgbClr val="181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anchor="ctr">
            <a:normAutofit fontScale="55000" lnSpcReduction="20000"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en-US" b="1" spc="-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620807-7468-3810-5D36-1EDBDF1F039C}"/>
              </a:ext>
            </a:extLst>
          </p:cNvPr>
          <p:cNvSpPr txBox="1"/>
          <p:nvPr/>
        </p:nvSpPr>
        <p:spPr>
          <a:xfrm rot="5400000">
            <a:off x="8388092" y="385128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31E80D-4830-C447-EE8C-BF0C717FD4C1}"/>
              </a:ext>
            </a:extLst>
          </p:cNvPr>
          <p:cNvSpPr txBox="1"/>
          <p:nvPr/>
        </p:nvSpPr>
        <p:spPr>
          <a:xfrm rot="5400000">
            <a:off x="8356032" y="1274739"/>
            <a:ext cx="9428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820707-F509-4B23-5FB6-77F7F2CEB762}"/>
              </a:ext>
            </a:extLst>
          </p:cNvPr>
          <p:cNvSpPr txBox="1"/>
          <p:nvPr/>
        </p:nvSpPr>
        <p:spPr>
          <a:xfrm rot="5400000">
            <a:off x="8311147" y="2205227"/>
            <a:ext cx="1032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Application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A324C9-8A6B-F51C-61EF-3A0D7CFCF4F9}"/>
              </a:ext>
            </a:extLst>
          </p:cNvPr>
          <p:cNvSpPr txBox="1"/>
          <p:nvPr/>
        </p:nvSpPr>
        <p:spPr>
          <a:xfrm rot="5400000">
            <a:off x="8528355" y="2952171"/>
            <a:ext cx="5982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81C6BE-6DA7-6079-EDEF-C18DBC5BF161}"/>
              </a:ext>
            </a:extLst>
          </p:cNvPr>
          <p:cNvSpPr txBox="1"/>
          <p:nvPr/>
        </p:nvSpPr>
        <p:spPr>
          <a:xfrm rot="5400000">
            <a:off x="8389695" y="3573600"/>
            <a:ext cx="8755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46A901-6AF8-AD88-1878-75FCEDA27C80}"/>
              </a:ext>
            </a:extLst>
          </p:cNvPr>
          <p:cNvSpPr txBox="1"/>
          <p:nvPr/>
        </p:nvSpPr>
        <p:spPr>
          <a:xfrm rot="5400000">
            <a:off x="8416145" y="4317816"/>
            <a:ext cx="8226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9B61C5-CA1D-0B45-E2D6-E85EC1D15DE0}"/>
              </a:ext>
            </a:extLst>
          </p:cNvPr>
          <p:cNvSpPr txBox="1"/>
          <p:nvPr/>
        </p:nvSpPr>
        <p:spPr>
          <a:xfrm>
            <a:off x="870708" y="937730"/>
            <a:ext cx="2525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Ethics and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SG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</a:t>
            </a:r>
            <a:endParaRPr lang="en-S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612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59781-99AD-C097-0C58-A89BA4FD0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1FD99-653A-730F-3BAF-6B57E0FCC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9" y="114298"/>
            <a:ext cx="3238648" cy="554419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06 Conclusion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F5CA1-2FF5-887C-0A3A-F7BD4A564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77354" y="4584679"/>
            <a:ext cx="2133600" cy="273844"/>
          </a:xfrm>
        </p:spPr>
        <p:txBody>
          <a:bodyPr/>
          <a:lstStyle/>
          <a:p>
            <a:fld id="{8E6562B1-0B0F-0246-9532-09536BC2AE59}" type="slidenum">
              <a:rPr lang="en-US" smtClean="0"/>
              <a:t>17</a:t>
            </a:fld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D722415-9F63-3D1F-C171-150B01F24CF7}"/>
              </a:ext>
            </a:extLst>
          </p:cNvPr>
          <p:cNvCxnSpPr>
            <a:cxnSpLocks/>
          </p:cNvCxnSpPr>
          <p:nvPr/>
        </p:nvCxnSpPr>
        <p:spPr>
          <a:xfrm>
            <a:off x="0" y="712002"/>
            <a:ext cx="914400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045CCDBF-D970-62CA-DB8C-655E4ACFBB9D}"/>
              </a:ext>
            </a:extLst>
          </p:cNvPr>
          <p:cNvSpPr/>
          <p:nvPr/>
        </p:nvSpPr>
        <p:spPr>
          <a:xfrm>
            <a:off x="8510954" y="0"/>
            <a:ext cx="633046" cy="4879340"/>
          </a:xfrm>
          <a:prstGeom prst="rect">
            <a:avLst/>
          </a:prstGeom>
          <a:solidFill>
            <a:srgbClr val="025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6521A6-A53A-90D9-25BC-3AE4A81A94BE}"/>
              </a:ext>
            </a:extLst>
          </p:cNvPr>
          <p:cNvSpPr txBox="1"/>
          <p:nvPr/>
        </p:nvSpPr>
        <p:spPr>
          <a:xfrm rot="5400000">
            <a:off x="8388092" y="385128"/>
            <a:ext cx="8787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270186-C36A-3EB1-25B9-F91DA9F5FFF4}"/>
              </a:ext>
            </a:extLst>
          </p:cNvPr>
          <p:cNvSpPr txBox="1"/>
          <p:nvPr/>
        </p:nvSpPr>
        <p:spPr>
          <a:xfrm rot="5400000">
            <a:off x="8356032" y="1274739"/>
            <a:ext cx="9428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91CB51-67F8-2495-2C26-A683B2C277FA}"/>
              </a:ext>
            </a:extLst>
          </p:cNvPr>
          <p:cNvSpPr txBox="1"/>
          <p:nvPr/>
        </p:nvSpPr>
        <p:spPr>
          <a:xfrm rot="5400000">
            <a:off x="8311147" y="2205227"/>
            <a:ext cx="1032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Application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F9DA54-E959-3841-76F4-EBAA0618B4BB}"/>
              </a:ext>
            </a:extLst>
          </p:cNvPr>
          <p:cNvSpPr txBox="1"/>
          <p:nvPr/>
        </p:nvSpPr>
        <p:spPr>
          <a:xfrm rot="5400000">
            <a:off x="8528356" y="2952171"/>
            <a:ext cx="5982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8EDFDB-89A7-5BD0-BD49-FA10F5B8CDE5}"/>
              </a:ext>
            </a:extLst>
          </p:cNvPr>
          <p:cNvSpPr txBox="1"/>
          <p:nvPr/>
        </p:nvSpPr>
        <p:spPr>
          <a:xfrm rot="5400000">
            <a:off x="8428969" y="3581294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B3FF0E-DCAF-63A6-AB5C-E438FFC94C13}"/>
              </a:ext>
            </a:extLst>
          </p:cNvPr>
          <p:cNvSpPr txBox="1"/>
          <p:nvPr/>
        </p:nvSpPr>
        <p:spPr>
          <a:xfrm rot="5400000">
            <a:off x="8368055" y="4310122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533785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잘린 대각선 방향 모서리 3">
            <a:extLst>
              <a:ext uri="{FF2B5EF4-FFF2-40B4-BE49-F238E27FC236}">
                <a16:creationId xmlns:a16="http://schemas.microsoft.com/office/drawing/2014/main" id="{8C73B8BC-6500-93D2-60C1-424375C4DA9F}"/>
              </a:ext>
            </a:extLst>
          </p:cNvPr>
          <p:cNvSpPr/>
          <p:nvPr/>
        </p:nvSpPr>
        <p:spPr>
          <a:xfrm>
            <a:off x="0" y="0"/>
            <a:ext cx="9144000" cy="4885818"/>
          </a:xfrm>
          <a:prstGeom prst="snip2DiagRect">
            <a:avLst>
              <a:gd name="adj1" fmla="val 0"/>
              <a:gd name="adj2" fmla="val 50000"/>
            </a:avLst>
          </a:prstGeom>
          <a:solidFill>
            <a:srgbClr val="181C62">
              <a:alpha val="9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7233FC-B4D4-4804-AB98-60E21CC1B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416" y="1780793"/>
            <a:ext cx="8229600" cy="857251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Thank you</a:t>
            </a:r>
          </a:p>
        </p:txBody>
      </p:sp>
      <p:pic>
        <p:nvPicPr>
          <p:cNvPr id="6" name="그림 5" descr="Our History | NTU Singapore">
            <a:extLst>
              <a:ext uri="{FF2B5EF4-FFF2-40B4-BE49-F238E27FC236}">
                <a16:creationId xmlns:a16="http://schemas.microsoft.com/office/drawing/2014/main" id="{E9E0B88F-374B-7E80-DD94-EFB95D7A6B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31" r="17029"/>
          <a:stretch>
            <a:fillRect/>
          </a:stretch>
        </p:blipFill>
        <p:spPr>
          <a:xfrm>
            <a:off x="6150864" y="0"/>
            <a:ext cx="3264185" cy="2724662"/>
          </a:xfrm>
          <a:prstGeom prst="rect">
            <a:avLst/>
          </a:prstGeom>
          <a:effectLst>
            <a:softEdge rad="635000"/>
          </a:effectLst>
        </p:spPr>
      </p:pic>
      <p:pic>
        <p:nvPicPr>
          <p:cNvPr id="7" name="그림 6" descr="Exploring Nanyang Technological University | IAMCR">
            <a:extLst>
              <a:ext uri="{FF2B5EF4-FFF2-40B4-BE49-F238E27FC236}">
                <a16:creationId xmlns:a16="http://schemas.microsoft.com/office/drawing/2014/main" id="{C30B85B9-B05A-0E2F-0B30-9F0585B50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7160" y="2461386"/>
            <a:ext cx="3892296" cy="2594864"/>
          </a:xfrm>
          <a:prstGeom prst="rect">
            <a:avLst/>
          </a:prstGeom>
          <a:effectLst>
            <a:softEdge rad="635000"/>
          </a:effectLst>
        </p:spPr>
      </p:pic>
    </p:spTree>
    <p:extLst>
      <p:ext uri="{BB962C8B-B14F-4D97-AF65-F5344CB8AC3E}">
        <p14:creationId xmlns:p14="http://schemas.microsoft.com/office/powerpoint/2010/main" val="3435250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E816AC679FF4C86C22834E825BD05" ma:contentTypeVersion="1" ma:contentTypeDescription="Create a new document." ma:contentTypeScope="" ma:versionID="066e42d507d75a122d0db91dd470f30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8c5b5cd9b8d25ff6dd15848836f427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CB8030-6F99-446F-BD3B-E5E3F435F1F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4D3FE7-A0C8-4453-A806-BCAD6F53B901}">
  <ds:schemaRefs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FA540F8-4ACB-4DC8-920F-A3CE5A42B9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20495</TotalTime>
  <Words>253</Words>
  <Application>Microsoft Office PowerPoint</Application>
  <PresentationFormat>화면 슬라이드 쇼(16:9)</PresentationFormat>
  <Paragraphs>174</Paragraphs>
  <Slides>18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From Education to Career:  AI-Based Career Recommendation System</vt:lpstr>
      <vt:lpstr>Table of contents</vt:lpstr>
      <vt:lpstr>01 Introduction</vt:lpstr>
      <vt:lpstr>01 Introduction</vt:lpstr>
      <vt:lpstr>01 Introduction</vt:lpstr>
      <vt:lpstr>02 Methodology</vt:lpstr>
      <vt:lpstr>02 Methodology</vt:lpstr>
      <vt:lpstr>02 Methodology</vt:lpstr>
      <vt:lpstr>03 AI Application </vt:lpstr>
      <vt:lpstr>03 AI Application </vt:lpstr>
      <vt:lpstr>03 AI Application </vt:lpstr>
      <vt:lpstr>03 AI Application </vt:lpstr>
      <vt:lpstr>04 Results </vt:lpstr>
      <vt:lpstr>04 Results </vt:lpstr>
      <vt:lpstr>05 Discussion </vt:lpstr>
      <vt:lpstr>05 Discussion </vt:lpstr>
      <vt:lpstr>06 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Modelling and Analysis of Metamaterial for Vibration Control</dc:title>
  <dc:creator>#ZHANG JIAZHEN#</dc:creator>
  <cp:lastModifiedBy>#PARK SEUNGWOO#</cp:lastModifiedBy>
  <cp:revision>594</cp:revision>
  <cp:lastPrinted>2024-08-10T08:28:50Z</cp:lastPrinted>
  <dcterms:created xsi:type="dcterms:W3CDTF">2017-05-14T01:29:56Z</dcterms:created>
  <dcterms:modified xsi:type="dcterms:W3CDTF">2026-10-14T06:04:48Z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0x010100E28E816AC679FF4C86C22834E825BD05</vt:lpwstr>
  </property>
</Properties>
</file>